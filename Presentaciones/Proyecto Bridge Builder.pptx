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686240" y="616320"/>
            <a:ext cx="577116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1152000" y="2321640"/>
            <a:ext cx="843840" cy="60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4"/>
                </a:solidFill>
                <a:effectLst/>
                <a:uFillTx/>
                <a:latin typeface="Montserrat ExtraBold"/>
                <a:ea typeface="Montserrat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title"/>
          </p:nvPr>
        </p:nvSpPr>
        <p:spPr>
          <a:xfrm>
            <a:off x="3495240" y="2321640"/>
            <a:ext cx="843840" cy="60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4"/>
                </a:solidFill>
                <a:effectLst/>
                <a:uFillTx/>
                <a:latin typeface="Montserrat ExtraBold"/>
                <a:ea typeface="Montserrat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838120" y="2321640"/>
            <a:ext cx="843840" cy="60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4"/>
                </a:solidFill>
                <a:effectLst/>
                <a:uFillTx/>
                <a:latin typeface="Montserrat ExtraBold"/>
                <a:ea typeface="Montserrat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Google Shape;141;p13"/>
          <p:cNvGrpSpPr/>
          <p:nvPr/>
        </p:nvGrpSpPr>
        <p:grpSpPr>
          <a:xfrm>
            <a:off x="8045280" y="4002120"/>
            <a:ext cx="1598760" cy="483840"/>
            <a:chOff x="8045280" y="4002120"/>
            <a:chExt cx="1598760" cy="483840"/>
          </a:xfrm>
        </p:grpSpPr>
        <p:sp>
          <p:nvSpPr>
            <p:cNvPr id="46" name="Google Shape;142;p13"/>
            <p:cNvSpPr/>
            <p:nvPr/>
          </p:nvSpPr>
          <p:spPr>
            <a:xfrm>
              <a:off x="8045280" y="415440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143;p13"/>
            <p:cNvSpPr/>
            <p:nvPr/>
          </p:nvSpPr>
          <p:spPr>
            <a:xfrm>
              <a:off x="8045280" y="400212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8" name="Google Shape;144;p13"/>
          <p:cNvGrpSpPr/>
          <p:nvPr/>
        </p:nvGrpSpPr>
        <p:grpSpPr>
          <a:xfrm>
            <a:off x="-191520" y="-40680"/>
            <a:ext cx="10118880" cy="6622560"/>
            <a:chOff x="-191520" y="-40680"/>
            <a:chExt cx="10118880" cy="6622560"/>
          </a:xfrm>
        </p:grpSpPr>
        <p:pic>
          <p:nvPicPr>
            <p:cNvPr id="49" name="Google Shape;145;p13"/>
            <p:cNvPicPr/>
            <p:nvPr/>
          </p:nvPicPr>
          <p:blipFill>
            <a:blip r:embed="rId2"/>
            <a:stretch/>
          </p:blipFill>
          <p:spPr>
            <a:xfrm rot="924000">
              <a:off x="629280" y="4681800"/>
              <a:ext cx="1704240" cy="1704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0" name="Google Shape;146;p13"/>
            <p:cNvPicPr/>
            <p:nvPr/>
          </p:nvPicPr>
          <p:blipFill>
            <a:blip r:embed="rId3"/>
            <a:stretch/>
          </p:blipFill>
          <p:spPr>
            <a:xfrm rot="10800000">
              <a:off x="-191520" y="413136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1" name="Google Shape;147;p13"/>
            <p:cNvPicPr/>
            <p:nvPr/>
          </p:nvPicPr>
          <p:blipFill>
            <a:blip r:embed="rId4"/>
            <a:stretch/>
          </p:blipFill>
          <p:spPr>
            <a:xfrm rot="7818000">
              <a:off x="8261280" y="24228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2" name="Google Shape;148;p13"/>
          <p:cNvGrpSpPr/>
          <p:nvPr/>
        </p:nvGrpSpPr>
        <p:grpSpPr>
          <a:xfrm>
            <a:off x="3819960" y="4822200"/>
            <a:ext cx="519120" cy="68040"/>
            <a:chOff x="3819960" y="4822200"/>
            <a:chExt cx="519120" cy="68040"/>
          </a:xfrm>
        </p:grpSpPr>
        <p:sp>
          <p:nvSpPr>
            <p:cNvPr id="53" name="Google Shape;149;p13"/>
            <p:cNvSpPr/>
            <p:nvPr/>
          </p:nvSpPr>
          <p:spPr>
            <a:xfrm>
              <a:off x="3819960" y="482220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150;p13"/>
            <p:cNvSpPr/>
            <p:nvPr/>
          </p:nvSpPr>
          <p:spPr>
            <a:xfrm>
              <a:off x="4045680" y="482220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51;p13"/>
            <p:cNvSpPr/>
            <p:nvPr/>
          </p:nvSpPr>
          <p:spPr>
            <a:xfrm>
              <a:off x="4271040" y="482220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25840" y="908640"/>
            <a:ext cx="74901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7" name="Google Shape;155;p14"/>
          <p:cNvGrpSpPr/>
          <p:nvPr/>
        </p:nvGrpSpPr>
        <p:grpSpPr>
          <a:xfrm>
            <a:off x="3889440" y="-1198080"/>
            <a:ext cx="5945040" cy="6862680"/>
            <a:chOff x="3889440" y="-1198080"/>
            <a:chExt cx="5945040" cy="6862680"/>
          </a:xfrm>
        </p:grpSpPr>
        <p:pic>
          <p:nvPicPr>
            <p:cNvPr id="58" name="Google Shape;156;p14"/>
            <p:cNvPicPr/>
            <p:nvPr/>
          </p:nvPicPr>
          <p:blipFill>
            <a:blip r:embed="rId2"/>
            <a:stretch/>
          </p:blipFill>
          <p:spPr>
            <a:xfrm rot="18900000">
              <a:off x="8798760" y="501480"/>
              <a:ext cx="857880" cy="857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" name="Google Shape;157;p14"/>
            <p:cNvPicPr/>
            <p:nvPr/>
          </p:nvPicPr>
          <p:blipFill>
            <a:blip r:embed="rId3"/>
            <a:stretch/>
          </p:blipFill>
          <p:spPr>
            <a:xfrm rot="1800000">
              <a:off x="6252840" y="-94500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Google Shape;158;p14"/>
            <p:cNvPicPr/>
            <p:nvPr/>
          </p:nvPicPr>
          <p:blipFill>
            <a:blip r:embed="rId4"/>
            <a:stretch/>
          </p:blipFill>
          <p:spPr>
            <a:xfrm rot="14145600">
              <a:off x="4052880" y="465948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1" name="Google Shape;159;p14"/>
          <p:cNvGrpSpPr/>
          <p:nvPr/>
        </p:nvGrpSpPr>
        <p:grpSpPr>
          <a:xfrm>
            <a:off x="3819960" y="255240"/>
            <a:ext cx="519120" cy="68040"/>
            <a:chOff x="3819960" y="255240"/>
            <a:chExt cx="519120" cy="68040"/>
          </a:xfrm>
        </p:grpSpPr>
        <p:sp>
          <p:nvSpPr>
            <p:cNvPr id="62" name="Google Shape;160;p14"/>
            <p:cNvSpPr/>
            <p:nvPr/>
          </p:nvSpPr>
          <p:spPr>
            <a:xfrm>
              <a:off x="381996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161;p14"/>
            <p:cNvSpPr/>
            <p:nvPr/>
          </p:nvSpPr>
          <p:spPr>
            <a:xfrm>
              <a:off x="404568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162;p14"/>
            <p:cNvSpPr/>
            <p:nvPr/>
          </p:nvSpPr>
          <p:spPr>
            <a:xfrm>
              <a:off x="427104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82840" y="499320"/>
            <a:ext cx="3528720" cy="109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0" y="1790640"/>
            <a:ext cx="9143640" cy="33523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68" name="Google Shape;167;p15"/>
          <p:cNvGrpSpPr/>
          <p:nvPr/>
        </p:nvGrpSpPr>
        <p:grpSpPr>
          <a:xfrm>
            <a:off x="-673920" y="4813560"/>
            <a:ext cx="1598760" cy="483840"/>
            <a:chOff x="-673920" y="4813560"/>
            <a:chExt cx="1598760" cy="483840"/>
          </a:xfrm>
        </p:grpSpPr>
        <p:sp>
          <p:nvSpPr>
            <p:cNvPr id="69" name="Google Shape;168;p15"/>
            <p:cNvSpPr/>
            <p:nvPr/>
          </p:nvSpPr>
          <p:spPr>
            <a:xfrm>
              <a:off x="-673920" y="496584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169;p15"/>
            <p:cNvSpPr/>
            <p:nvPr/>
          </p:nvSpPr>
          <p:spPr>
            <a:xfrm>
              <a:off x="-673920" y="481356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" name="Google Shape;170;p15"/>
          <p:cNvGrpSpPr/>
          <p:nvPr/>
        </p:nvGrpSpPr>
        <p:grpSpPr>
          <a:xfrm>
            <a:off x="8332560" y="255240"/>
            <a:ext cx="518760" cy="68040"/>
            <a:chOff x="8332560" y="255240"/>
            <a:chExt cx="518760" cy="68040"/>
          </a:xfrm>
        </p:grpSpPr>
        <p:sp>
          <p:nvSpPr>
            <p:cNvPr id="72" name="Google Shape;171;p15"/>
            <p:cNvSpPr/>
            <p:nvPr/>
          </p:nvSpPr>
          <p:spPr>
            <a:xfrm>
              <a:off x="833256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172;p15"/>
            <p:cNvSpPr/>
            <p:nvPr/>
          </p:nvSpPr>
          <p:spPr>
            <a:xfrm>
              <a:off x="855792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173;p15"/>
            <p:cNvSpPr/>
            <p:nvPr/>
          </p:nvSpPr>
          <p:spPr>
            <a:xfrm>
              <a:off x="878328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" name="Google Shape;174;p15"/>
          <p:cNvGrpSpPr/>
          <p:nvPr/>
        </p:nvGrpSpPr>
        <p:grpSpPr>
          <a:xfrm>
            <a:off x="1416600" y="-658800"/>
            <a:ext cx="8673120" cy="6356880"/>
            <a:chOff x="1416600" y="-658800"/>
            <a:chExt cx="8673120" cy="6356880"/>
          </a:xfrm>
        </p:grpSpPr>
        <p:pic>
          <p:nvPicPr>
            <p:cNvPr id="76" name="Google Shape;175;p15"/>
            <p:cNvPicPr/>
            <p:nvPr/>
          </p:nvPicPr>
          <p:blipFill>
            <a:blip r:embed="rId2"/>
            <a:stretch/>
          </p:blipFill>
          <p:spPr>
            <a:xfrm rot="18900000">
              <a:off x="1642320" y="-480960"/>
              <a:ext cx="857880" cy="857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7" name="Google Shape;176;p15"/>
            <p:cNvPicPr/>
            <p:nvPr/>
          </p:nvPicPr>
          <p:blipFill>
            <a:blip r:embed="rId3"/>
            <a:stretch/>
          </p:blipFill>
          <p:spPr>
            <a:xfrm rot="2412600">
              <a:off x="8424000" y="135864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" name="Google Shape;177;p15"/>
            <p:cNvPicPr/>
            <p:nvPr/>
          </p:nvPicPr>
          <p:blipFill>
            <a:blip r:embed="rId4"/>
            <a:stretch/>
          </p:blipFill>
          <p:spPr>
            <a:xfrm rot="14145600">
              <a:off x="1580040" y="469296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0" name="Google Shape;186;p16"/>
          <p:cNvGrpSpPr/>
          <p:nvPr/>
        </p:nvGrpSpPr>
        <p:grpSpPr>
          <a:xfrm>
            <a:off x="8333640" y="4189680"/>
            <a:ext cx="1598760" cy="483840"/>
            <a:chOff x="8333640" y="4189680"/>
            <a:chExt cx="1598760" cy="483840"/>
          </a:xfrm>
        </p:grpSpPr>
        <p:sp>
          <p:nvSpPr>
            <p:cNvPr id="81" name="Google Shape;187;p16"/>
            <p:cNvSpPr/>
            <p:nvPr/>
          </p:nvSpPr>
          <p:spPr>
            <a:xfrm>
              <a:off x="8333640" y="434196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188;p16"/>
            <p:cNvSpPr/>
            <p:nvPr/>
          </p:nvSpPr>
          <p:spPr>
            <a:xfrm>
              <a:off x="8333640" y="418968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3" name="Google Shape;189;p16"/>
          <p:cNvGrpSpPr/>
          <p:nvPr/>
        </p:nvGrpSpPr>
        <p:grpSpPr>
          <a:xfrm>
            <a:off x="709560" y="-533160"/>
            <a:ext cx="8289000" cy="6197400"/>
            <a:chOff x="709560" y="-533160"/>
            <a:chExt cx="8289000" cy="6197400"/>
          </a:xfrm>
        </p:grpSpPr>
        <p:pic>
          <p:nvPicPr>
            <p:cNvPr id="84" name="Google Shape;190;p16"/>
            <p:cNvPicPr/>
            <p:nvPr/>
          </p:nvPicPr>
          <p:blipFill>
            <a:blip r:embed="rId2"/>
            <a:stretch/>
          </p:blipFill>
          <p:spPr>
            <a:xfrm rot="17048400">
              <a:off x="8067240" y="-44280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5" name="Google Shape;191;p16"/>
            <p:cNvPicPr/>
            <p:nvPr/>
          </p:nvPicPr>
          <p:blipFill>
            <a:blip r:embed="rId3"/>
            <a:stretch/>
          </p:blipFill>
          <p:spPr>
            <a:xfrm rot="7032000">
              <a:off x="866520" y="4601160"/>
              <a:ext cx="905760" cy="90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6" name="Google Shape;192;p16"/>
          <p:cNvGrpSpPr/>
          <p:nvPr/>
        </p:nvGrpSpPr>
        <p:grpSpPr>
          <a:xfrm>
            <a:off x="269640" y="1762560"/>
            <a:ext cx="68040" cy="519120"/>
            <a:chOff x="269640" y="1762560"/>
            <a:chExt cx="68040" cy="519120"/>
          </a:xfrm>
        </p:grpSpPr>
        <p:sp>
          <p:nvSpPr>
            <p:cNvPr id="87" name="Google Shape;193;p16"/>
            <p:cNvSpPr/>
            <p:nvPr/>
          </p:nvSpPr>
          <p:spPr>
            <a:xfrm rot="5400000">
              <a:off x="269640" y="176256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94;p16"/>
            <p:cNvSpPr/>
            <p:nvPr/>
          </p:nvSpPr>
          <p:spPr>
            <a:xfrm rot="5400000">
              <a:off x="269640" y="19879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95;p16"/>
            <p:cNvSpPr/>
            <p:nvPr/>
          </p:nvSpPr>
          <p:spPr>
            <a:xfrm rot="5400000">
              <a:off x="269640" y="22136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1" name="Google Shape;206;p17"/>
          <p:cNvGrpSpPr/>
          <p:nvPr/>
        </p:nvGrpSpPr>
        <p:grpSpPr>
          <a:xfrm>
            <a:off x="4905360" y="4852080"/>
            <a:ext cx="1598760" cy="483840"/>
            <a:chOff x="4905360" y="4852080"/>
            <a:chExt cx="1598760" cy="483840"/>
          </a:xfrm>
        </p:grpSpPr>
        <p:sp>
          <p:nvSpPr>
            <p:cNvPr id="92" name="Google Shape;207;p17"/>
            <p:cNvSpPr/>
            <p:nvPr/>
          </p:nvSpPr>
          <p:spPr>
            <a:xfrm>
              <a:off x="4905360" y="500436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208;p17"/>
            <p:cNvSpPr/>
            <p:nvPr/>
          </p:nvSpPr>
          <p:spPr>
            <a:xfrm>
              <a:off x="4905360" y="485208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" name="Google Shape;209;p17"/>
          <p:cNvGrpSpPr/>
          <p:nvPr/>
        </p:nvGrpSpPr>
        <p:grpSpPr>
          <a:xfrm>
            <a:off x="-630720" y="-239040"/>
            <a:ext cx="10648080" cy="4488120"/>
            <a:chOff x="-630720" y="-239040"/>
            <a:chExt cx="10648080" cy="4488120"/>
          </a:xfrm>
        </p:grpSpPr>
        <p:pic>
          <p:nvPicPr>
            <p:cNvPr id="95" name="Google Shape;210;p17"/>
            <p:cNvPicPr/>
            <p:nvPr/>
          </p:nvPicPr>
          <p:blipFill>
            <a:blip r:embed="rId2"/>
            <a:stretch/>
          </p:blipFill>
          <p:spPr>
            <a:xfrm rot="18161400">
              <a:off x="-466920" y="-74880"/>
              <a:ext cx="857880" cy="857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" name="Google Shape;211;p17"/>
            <p:cNvPicPr/>
            <p:nvPr/>
          </p:nvPicPr>
          <p:blipFill>
            <a:blip r:embed="rId3"/>
            <a:stretch/>
          </p:blipFill>
          <p:spPr>
            <a:xfrm rot="1800000">
              <a:off x="8381520" y="261288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7" name="Google Shape;212;p17"/>
          <p:cNvGrpSpPr/>
          <p:nvPr/>
        </p:nvGrpSpPr>
        <p:grpSpPr>
          <a:xfrm>
            <a:off x="3819960" y="255240"/>
            <a:ext cx="519120" cy="68040"/>
            <a:chOff x="3819960" y="255240"/>
            <a:chExt cx="519120" cy="68040"/>
          </a:xfrm>
        </p:grpSpPr>
        <p:sp>
          <p:nvSpPr>
            <p:cNvPr id="98" name="Google Shape;213;p17"/>
            <p:cNvSpPr/>
            <p:nvPr/>
          </p:nvSpPr>
          <p:spPr>
            <a:xfrm>
              <a:off x="381996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14;p17"/>
            <p:cNvSpPr/>
            <p:nvPr/>
          </p:nvSpPr>
          <p:spPr>
            <a:xfrm>
              <a:off x="404568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15;p17"/>
            <p:cNvSpPr/>
            <p:nvPr/>
          </p:nvSpPr>
          <p:spPr>
            <a:xfrm>
              <a:off x="427104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2" name="Google Shape;230;p18"/>
          <p:cNvGrpSpPr/>
          <p:nvPr/>
        </p:nvGrpSpPr>
        <p:grpSpPr>
          <a:xfrm>
            <a:off x="3683880" y="255240"/>
            <a:ext cx="5114880" cy="4608000"/>
            <a:chOff x="3683880" y="255240"/>
            <a:chExt cx="5114880" cy="4608000"/>
          </a:xfrm>
        </p:grpSpPr>
        <p:grpSp>
          <p:nvGrpSpPr>
            <p:cNvPr id="103" name="Google Shape;231;p18"/>
            <p:cNvGrpSpPr/>
            <p:nvPr/>
          </p:nvGrpSpPr>
          <p:grpSpPr>
            <a:xfrm>
              <a:off x="8730720" y="4344480"/>
              <a:ext cx="68040" cy="518760"/>
              <a:chOff x="8730720" y="4344480"/>
              <a:chExt cx="68040" cy="518760"/>
            </a:xfrm>
          </p:grpSpPr>
          <p:sp>
            <p:nvSpPr>
              <p:cNvPr id="104" name="Google Shape;232;p18"/>
              <p:cNvSpPr/>
              <p:nvPr/>
            </p:nvSpPr>
            <p:spPr>
              <a:xfrm rot="5400000">
                <a:off x="8730720" y="43444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233;p18"/>
              <p:cNvSpPr/>
              <p:nvPr/>
            </p:nvSpPr>
            <p:spPr>
              <a:xfrm rot="5400000">
                <a:off x="8730720" y="456984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234;p18"/>
              <p:cNvSpPr/>
              <p:nvPr/>
            </p:nvSpPr>
            <p:spPr>
              <a:xfrm rot="5400000">
                <a:off x="8730720" y="479520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7" name="Google Shape;235;p18"/>
            <p:cNvGrpSpPr/>
            <p:nvPr/>
          </p:nvGrpSpPr>
          <p:grpSpPr>
            <a:xfrm>
              <a:off x="3683880" y="255240"/>
              <a:ext cx="519120" cy="68040"/>
              <a:chOff x="3683880" y="255240"/>
              <a:chExt cx="519120" cy="68040"/>
            </a:xfrm>
          </p:grpSpPr>
          <p:sp>
            <p:nvSpPr>
              <p:cNvPr id="108" name="Google Shape;236;p18"/>
              <p:cNvSpPr/>
              <p:nvPr/>
            </p:nvSpPr>
            <p:spPr>
              <a:xfrm>
                <a:off x="3683880" y="25524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237;p18"/>
              <p:cNvSpPr/>
              <p:nvPr/>
            </p:nvSpPr>
            <p:spPr>
              <a:xfrm>
                <a:off x="3909600" y="25524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238;p18"/>
              <p:cNvSpPr/>
              <p:nvPr/>
            </p:nvSpPr>
            <p:spPr>
              <a:xfrm>
                <a:off x="4134960" y="25524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1" name="Google Shape;239;p18"/>
          <p:cNvGrpSpPr/>
          <p:nvPr/>
        </p:nvGrpSpPr>
        <p:grpSpPr>
          <a:xfrm>
            <a:off x="3225240" y="-500760"/>
            <a:ext cx="5725440" cy="6897240"/>
            <a:chOff x="3225240" y="-500760"/>
            <a:chExt cx="5725440" cy="6897240"/>
          </a:xfrm>
        </p:grpSpPr>
        <p:pic>
          <p:nvPicPr>
            <p:cNvPr id="112" name="Google Shape;240;p18"/>
            <p:cNvPicPr/>
            <p:nvPr/>
          </p:nvPicPr>
          <p:blipFill>
            <a:blip r:embed="rId2"/>
            <a:stretch/>
          </p:blipFill>
          <p:spPr>
            <a:xfrm rot="15241200">
              <a:off x="8009640" y="-40068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3" name="Google Shape;241;p18"/>
            <p:cNvPicPr/>
            <p:nvPr/>
          </p:nvPicPr>
          <p:blipFill>
            <a:blip r:embed="rId3"/>
            <a:stretch/>
          </p:blipFill>
          <p:spPr>
            <a:xfrm>
              <a:off x="3225240" y="4714200"/>
              <a:ext cx="1682280" cy="16822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5" name="Google Shape;244;p19"/>
          <p:cNvGrpSpPr/>
          <p:nvPr/>
        </p:nvGrpSpPr>
        <p:grpSpPr>
          <a:xfrm>
            <a:off x="330120" y="4821840"/>
            <a:ext cx="519120" cy="68040"/>
            <a:chOff x="330120" y="4821840"/>
            <a:chExt cx="519120" cy="68040"/>
          </a:xfrm>
        </p:grpSpPr>
        <p:sp>
          <p:nvSpPr>
            <p:cNvPr id="116" name="Google Shape;245;p19"/>
            <p:cNvSpPr/>
            <p:nvPr/>
          </p:nvSpPr>
          <p:spPr>
            <a:xfrm>
              <a:off x="330120" y="48218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46;p19"/>
            <p:cNvSpPr/>
            <p:nvPr/>
          </p:nvSpPr>
          <p:spPr>
            <a:xfrm>
              <a:off x="555840" y="48218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247;p19"/>
            <p:cNvSpPr/>
            <p:nvPr/>
          </p:nvSpPr>
          <p:spPr>
            <a:xfrm>
              <a:off x="781200" y="48218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9" name="Google Shape;248;p19"/>
          <p:cNvGrpSpPr/>
          <p:nvPr/>
        </p:nvGrpSpPr>
        <p:grpSpPr>
          <a:xfrm>
            <a:off x="8814600" y="4302720"/>
            <a:ext cx="68040" cy="518760"/>
            <a:chOff x="8814600" y="4302720"/>
            <a:chExt cx="68040" cy="518760"/>
          </a:xfrm>
        </p:grpSpPr>
        <p:sp>
          <p:nvSpPr>
            <p:cNvPr id="120" name="Google Shape;249;p19"/>
            <p:cNvSpPr/>
            <p:nvPr/>
          </p:nvSpPr>
          <p:spPr>
            <a:xfrm rot="5400000">
              <a:off x="8814600" y="43027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50;p19"/>
            <p:cNvSpPr/>
            <p:nvPr/>
          </p:nvSpPr>
          <p:spPr>
            <a:xfrm rot="5400000">
              <a:off x="8814600" y="452808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51;p19"/>
            <p:cNvSpPr/>
            <p:nvPr/>
          </p:nvSpPr>
          <p:spPr>
            <a:xfrm rot="5400000">
              <a:off x="8814600" y="47534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3" name="Google Shape;252;p19"/>
          <p:cNvGrpSpPr/>
          <p:nvPr/>
        </p:nvGrpSpPr>
        <p:grpSpPr>
          <a:xfrm>
            <a:off x="8580600" y="297360"/>
            <a:ext cx="1598760" cy="483840"/>
            <a:chOff x="8580600" y="297360"/>
            <a:chExt cx="1598760" cy="483840"/>
          </a:xfrm>
        </p:grpSpPr>
        <p:sp>
          <p:nvSpPr>
            <p:cNvPr id="124" name="Google Shape;253;p19"/>
            <p:cNvSpPr/>
            <p:nvPr/>
          </p:nvSpPr>
          <p:spPr>
            <a:xfrm>
              <a:off x="8580600" y="44964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254;p19"/>
            <p:cNvSpPr/>
            <p:nvPr/>
          </p:nvSpPr>
          <p:spPr>
            <a:xfrm>
              <a:off x="8580600" y="29736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6" name="Google Shape;255;p19"/>
          <p:cNvGrpSpPr/>
          <p:nvPr/>
        </p:nvGrpSpPr>
        <p:grpSpPr>
          <a:xfrm>
            <a:off x="-1117440" y="1017720"/>
            <a:ext cx="9369000" cy="4772160"/>
            <a:chOff x="-1117440" y="1017720"/>
            <a:chExt cx="9369000" cy="4772160"/>
          </a:xfrm>
        </p:grpSpPr>
        <p:pic>
          <p:nvPicPr>
            <p:cNvPr id="127" name="Google Shape;256;p19"/>
            <p:cNvPicPr/>
            <p:nvPr/>
          </p:nvPicPr>
          <p:blipFill>
            <a:blip r:embed="rId2"/>
            <a:stretch/>
          </p:blipFill>
          <p:spPr>
            <a:xfrm rot="18161400">
              <a:off x="7229520" y="4768200"/>
              <a:ext cx="857880" cy="857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8" name="Google Shape;257;p19"/>
            <p:cNvPicPr/>
            <p:nvPr/>
          </p:nvPicPr>
          <p:blipFill>
            <a:blip r:embed="rId3"/>
            <a:stretch/>
          </p:blipFill>
          <p:spPr>
            <a:xfrm rot="1800000">
              <a:off x="-864000" y="127044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0" name="Google Shape;260;p20"/>
          <p:cNvGrpSpPr/>
          <p:nvPr/>
        </p:nvGrpSpPr>
        <p:grpSpPr>
          <a:xfrm>
            <a:off x="650160" y="-1339560"/>
            <a:ext cx="9876240" cy="7043040"/>
            <a:chOff x="650160" y="-1339560"/>
            <a:chExt cx="9876240" cy="7043040"/>
          </a:xfrm>
        </p:grpSpPr>
        <p:pic>
          <p:nvPicPr>
            <p:cNvPr id="131" name="Google Shape;261;p20"/>
            <p:cNvPicPr/>
            <p:nvPr/>
          </p:nvPicPr>
          <p:blipFill>
            <a:blip r:embed="rId2"/>
            <a:stretch/>
          </p:blipFill>
          <p:spPr>
            <a:xfrm rot="924000">
              <a:off x="8626320" y="2747880"/>
              <a:ext cx="1704240" cy="1704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2" name="Google Shape;262;p20"/>
            <p:cNvPicPr/>
            <p:nvPr/>
          </p:nvPicPr>
          <p:blipFill>
            <a:blip r:embed="rId3"/>
            <a:stretch/>
          </p:blipFill>
          <p:spPr>
            <a:xfrm rot="10800000">
              <a:off x="1290240" y="486252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Google Shape;263;p20"/>
            <p:cNvPicPr/>
            <p:nvPr/>
          </p:nvPicPr>
          <p:blipFill>
            <a:blip r:embed="rId4"/>
            <a:stretch/>
          </p:blipFill>
          <p:spPr>
            <a:xfrm rot="7818000">
              <a:off x="933120" y="-105624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4" name="Google Shape;264;p20"/>
          <p:cNvGrpSpPr/>
          <p:nvPr/>
        </p:nvGrpSpPr>
        <p:grpSpPr>
          <a:xfrm>
            <a:off x="8226720" y="255240"/>
            <a:ext cx="518760" cy="68040"/>
            <a:chOff x="8226720" y="255240"/>
            <a:chExt cx="518760" cy="68040"/>
          </a:xfrm>
        </p:grpSpPr>
        <p:sp>
          <p:nvSpPr>
            <p:cNvPr id="135" name="Google Shape;265;p20"/>
            <p:cNvSpPr/>
            <p:nvPr/>
          </p:nvSpPr>
          <p:spPr>
            <a:xfrm>
              <a:off x="822672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66;p20"/>
            <p:cNvSpPr/>
            <p:nvPr/>
          </p:nvSpPr>
          <p:spPr>
            <a:xfrm>
              <a:off x="845208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67;p20"/>
            <p:cNvSpPr/>
            <p:nvPr/>
          </p:nvSpPr>
          <p:spPr>
            <a:xfrm>
              <a:off x="867744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457800" y="2824200"/>
            <a:ext cx="4815000" cy="98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title"/>
          </p:nvPr>
        </p:nvSpPr>
        <p:spPr>
          <a:xfrm>
            <a:off x="3457800" y="1730520"/>
            <a:ext cx="1450440" cy="106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4"/>
                </a:solidFill>
                <a:effectLst/>
                <a:uFillTx/>
                <a:latin typeface="Montserrat ExtraBold"/>
                <a:ea typeface="Montserrat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0" name="Google Shape;33;p3"/>
          <p:cNvGrpSpPr/>
          <p:nvPr/>
        </p:nvGrpSpPr>
        <p:grpSpPr>
          <a:xfrm>
            <a:off x="-731520" y="-301320"/>
            <a:ext cx="3422880" cy="6029640"/>
            <a:chOff x="-731520" y="-301320"/>
            <a:chExt cx="3422880" cy="6029640"/>
          </a:xfrm>
        </p:grpSpPr>
        <p:pic>
          <p:nvPicPr>
            <p:cNvPr id="141" name="Google Shape;34;p3"/>
            <p:cNvPicPr/>
            <p:nvPr/>
          </p:nvPicPr>
          <p:blipFill>
            <a:blip r:embed="rId2"/>
            <a:stretch/>
          </p:blipFill>
          <p:spPr>
            <a:xfrm rot="10800000">
              <a:off x="1359000" y="-30132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2" name="Google Shape;35;p3"/>
            <p:cNvPicPr/>
            <p:nvPr/>
          </p:nvPicPr>
          <p:blipFill>
            <a:blip r:embed="rId3"/>
            <a:stretch/>
          </p:blipFill>
          <p:spPr>
            <a:xfrm>
              <a:off x="1009080" y="4046040"/>
              <a:ext cx="1682280" cy="168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Google Shape;36;p3"/>
            <p:cNvPicPr/>
            <p:nvPr/>
          </p:nvPicPr>
          <p:blipFill>
            <a:blip r:embed="rId4"/>
            <a:stretch/>
          </p:blipFill>
          <p:spPr>
            <a:xfrm rot="17142600">
              <a:off x="-569880" y="53964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4" name="Google Shape;37;p3"/>
          <p:cNvGrpSpPr/>
          <p:nvPr/>
        </p:nvGrpSpPr>
        <p:grpSpPr>
          <a:xfrm>
            <a:off x="7967160" y="242280"/>
            <a:ext cx="1598760" cy="483840"/>
            <a:chOff x="7967160" y="242280"/>
            <a:chExt cx="1598760" cy="483840"/>
          </a:xfrm>
        </p:grpSpPr>
        <p:sp>
          <p:nvSpPr>
            <p:cNvPr id="145" name="Google Shape;38;p3"/>
            <p:cNvSpPr/>
            <p:nvPr/>
          </p:nvSpPr>
          <p:spPr>
            <a:xfrm>
              <a:off x="7967160" y="39456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39;p3"/>
            <p:cNvSpPr/>
            <p:nvPr/>
          </p:nvSpPr>
          <p:spPr>
            <a:xfrm>
              <a:off x="7967160" y="24228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686240" y="616320"/>
            <a:ext cx="5771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8" name="Google Shape;271;p21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9" name="Google Shape;272;p21"/>
          <p:cNvGrpSpPr/>
          <p:nvPr/>
        </p:nvGrpSpPr>
        <p:grpSpPr>
          <a:xfrm>
            <a:off x="8171280" y="245520"/>
            <a:ext cx="518760" cy="68040"/>
            <a:chOff x="8171280" y="245520"/>
            <a:chExt cx="518760" cy="68040"/>
          </a:xfrm>
        </p:grpSpPr>
        <p:sp>
          <p:nvSpPr>
            <p:cNvPr id="150" name="Google Shape;273;p21"/>
            <p:cNvSpPr/>
            <p:nvPr/>
          </p:nvSpPr>
          <p:spPr>
            <a:xfrm>
              <a:off x="8171280" y="2455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74;p21"/>
            <p:cNvSpPr/>
            <p:nvPr/>
          </p:nvSpPr>
          <p:spPr>
            <a:xfrm>
              <a:off x="8396640" y="2455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75;p21"/>
            <p:cNvSpPr/>
            <p:nvPr/>
          </p:nvSpPr>
          <p:spPr>
            <a:xfrm>
              <a:off x="8622000" y="2455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3" name="Google Shape;276;p21"/>
          <p:cNvGrpSpPr/>
          <p:nvPr/>
        </p:nvGrpSpPr>
        <p:grpSpPr>
          <a:xfrm>
            <a:off x="433440" y="1297080"/>
            <a:ext cx="9488520" cy="2905920"/>
            <a:chOff x="433440" y="1297080"/>
            <a:chExt cx="9488520" cy="2905920"/>
          </a:xfrm>
        </p:grpSpPr>
        <p:pic>
          <p:nvPicPr>
            <p:cNvPr id="154" name="Google Shape;277;p21"/>
            <p:cNvPicPr/>
            <p:nvPr/>
          </p:nvPicPr>
          <p:blipFill>
            <a:blip r:embed="rId4"/>
            <a:stretch/>
          </p:blipFill>
          <p:spPr>
            <a:xfrm rot="10800000">
              <a:off x="433440" y="1297080"/>
              <a:ext cx="884520" cy="88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5" name="Google Shape;278;p21"/>
            <p:cNvPicPr/>
            <p:nvPr/>
          </p:nvPicPr>
          <p:blipFill>
            <a:blip r:embed="rId5"/>
            <a:stretch/>
          </p:blipFill>
          <p:spPr>
            <a:xfrm rot="5400000">
              <a:off x="8539200" y="282024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6" name="Google Shape;279;p21"/>
          <p:cNvGrpSpPr/>
          <p:nvPr/>
        </p:nvGrpSpPr>
        <p:grpSpPr>
          <a:xfrm>
            <a:off x="76320" y="2659320"/>
            <a:ext cx="1598760" cy="483840"/>
            <a:chOff x="76320" y="2659320"/>
            <a:chExt cx="1598760" cy="483840"/>
          </a:xfrm>
        </p:grpSpPr>
        <p:sp>
          <p:nvSpPr>
            <p:cNvPr id="157" name="Google Shape;280;p21"/>
            <p:cNvSpPr/>
            <p:nvPr/>
          </p:nvSpPr>
          <p:spPr>
            <a:xfrm>
              <a:off x="76320" y="281160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81;p21"/>
            <p:cNvSpPr/>
            <p:nvPr/>
          </p:nvSpPr>
          <p:spPr>
            <a:xfrm>
              <a:off x="76320" y="265932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59" name="Google Shape;282;p21"/>
          <p:cNvPicPr/>
          <p:nvPr/>
        </p:nvPicPr>
        <p:blipFill>
          <a:blip r:embed="rId6"/>
          <a:stretch/>
        </p:blipFill>
        <p:spPr>
          <a:xfrm rot="6463200">
            <a:off x="7260120" y="2193840"/>
            <a:ext cx="841320" cy="84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686240" y="616320"/>
            <a:ext cx="5771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8" name="Google Shape;271;p21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2" name="Google Shape;272;p21"/>
          <p:cNvGrpSpPr/>
          <p:nvPr/>
        </p:nvGrpSpPr>
        <p:grpSpPr>
          <a:xfrm>
            <a:off x="8171280" y="245520"/>
            <a:ext cx="518760" cy="68040"/>
            <a:chOff x="8171280" y="245520"/>
            <a:chExt cx="518760" cy="68040"/>
          </a:xfrm>
        </p:grpSpPr>
        <p:sp>
          <p:nvSpPr>
            <p:cNvPr id="150" name="Google Shape;273;p21"/>
            <p:cNvSpPr/>
            <p:nvPr/>
          </p:nvSpPr>
          <p:spPr>
            <a:xfrm>
              <a:off x="8171280" y="2455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74;p21"/>
            <p:cNvSpPr/>
            <p:nvPr/>
          </p:nvSpPr>
          <p:spPr>
            <a:xfrm>
              <a:off x="8396640" y="2455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75;p21"/>
            <p:cNvSpPr/>
            <p:nvPr/>
          </p:nvSpPr>
          <p:spPr>
            <a:xfrm>
              <a:off x="8622000" y="2455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3" name="Google Shape;276;p21"/>
          <p:cNvGrpSpPr/>
          <p:nvPr/>
        </p:nvGrpSpPr>
        <p:grpSpPr>
          <a:xfrm>
            <a:off x="433440" y="1297080"/>
            <a:ext cx="9488520" cy="2905920"/>
            <a:chOff x="433440" y="1297080"/>
            <a:chExt cx="9488520" cy="2905920"/>
          </a:xfrm>
        </p:grpSpPr>
        <p:pic>
          <p:nvPicPr>
            <p:cNvPr id="164" name="Google Shape;277;p21"/>
            <p:cNvPicPr/>
            <p:nvPr/>
          </p:nvPicPr>
          <p:blipFill>
            <a:blip r:embed="rId4"/>
            <a:stretch/>
          </p:blipFill>
          <p:spPr>
            <a:xfrm rot="10800000">
              <a:off x="433440" y="1297080"/>
              <a:ext cx="884520" cy="88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5" name="Google Shape;278;p21"/>
            <p:cNvPicPr/>
            <p:nvPr/>
          </p:nvPicPr>
          <p:blipFill>
            <a:blip r:embed="rId5"/>
            <a:stretch/>
          </p:blipFill>
          <p:spPr>
            <a:xfrm rot="5400000">
              <a:off x="8539200" y="282024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6" name="Google Shape;279;p21"/>
          <p:cNvGrpSpPr/>
          <p:nvPr/>
        </p:nvGrpSpPr>
        <p:grpSpPr>
          <a:xfrm>
            <a:off x="76320" y="2659320"/>
            <a:ext cx="1598760" cy="483840"/>
            <a:chOff x="76320" y="2659320"/>
            <a:chExt cx="1598760" cy="483840"/>
          </a:xfrm>
        </p:grpSpPr>
        <p:sp>
          <p:nvSpPr>
            <p:cNvPr id="157" name="Google Shape;280;p21"/>
            <p:cNvSpPr/>
            <p:nvPr/>
          </p:nvSpPr>
          <p:spPr>
            <a:xfrm>
              <a:off x="76320" y="281160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81;p21"/>
            <p:cNvSpPr/>
            <p:nvPr/>
          </p:nvSpPr>
          <p:spPr>
            <a:xfrm>
              <a:off x="76320" y="265932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67" name="Google Shape;282;p21"/>
          <p:cNvPicPr/>
          <p:nvPr/>
        </p:nvPicPr>
        <p:blipFill>
          <a:blip r:embed="rId6"/>
          <a:stretch/>
        </p:blipFill>
        <p:spPr>
          <a:xfrm rot="6463200">
            <a:off x="7260120" y="2193840"/>
            <a:ext cx="841320" cy="84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284;p22"/>
          <p:cNvGrpSpPr/>
          <p:nvPr/>
        </p:nvGrpSpPr>
        <p:grpSpPr>
          <a:xfrm>
            <a:off x="8667360" y="483840"/>
            <a:ext cx="1598760" cy="484200"/>
            <a:chOff x="8667360" y="483840"/>
            <a:chExt cx="1598760" cy="484200"/>
          </a:xfrm>
        </p:grpSpPr>
        <p:sp>
          <p:nvSpPr>
            <p:cNvPr id="170" name="Google Shape;285;p22"/>
            <p:cNvSpPr/>
            <p:nvPr/>
          </p:nvSpPr>
          <p:spPr>
            <a:xfrm>
              <a:off x="8667360" y="63648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286;p22"/>
            <p:cNvSpPr/>
            <p:nvPr/>
          </p:nvSpPr>
          <p:spPr>
            <a:xfrm>
              <a:off x="8667360" y="48384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2" name="Google Shape;287;p22"/>
          <p:cNvGrpSpPr/>
          <p:nvPr/>
        </p:nvGrpSpPr>
        <p:grpSpPr>
          <a:xfrm>
            <a:off x="-457200" y="1647000"/>
            <a:ext cx="9445320" cy="4552920"/>
            <a:chOff x="-457200" y="1647000"/>
            <a:chExt cx="9445320" cy="4552920"/>
          </a:xfrm>
        </p:grpSpPr>
        <p:pic>
          <p:nvPicPr>
            <p:cNvPr id="173" name="Google Shape;288;p22"/>
            <p:cNvPicPr/>
            <p:nvPr/>
          </p:nvPicPr>
          <p:blipFill>
            <a:blip r:embed="rId2"/>
            <a:stretch/>
          </p:blipFill>
          <p:spPr>
            <a:xfrm rot="9900000">
              <a:off x="-360360" y="1743120"/>
              <a:ext cx="857880" cy="857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4" name="Google Shape;289;p22"/>
            <p:cNvPicPr/>
            <p:nvPr/>
          </p:nvPicPr>
          <p:blipFill>
            <a:blip r:embed="rId3"/>
            <a:stretch/>
          </p:blipFill>
          <p:spPr>
            <a:xfrm rot="1800000">
              <a:off x="7352280" y="456372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5" name="Google Shape;290;p22"/>
          <p:cNvGrpSpPr/>
          <p:nvPr/>
        </p:nvGrpSpPr>
        <p:grpSpPr>
          <a:xfrm>
            <a:off x="433080" y="4084560"/>
            <a:ext cx="68040" cy="519120"/>
            <a:chOff x="433080" y="4084560"/>
            <a:chExt cx="68040" cy="519120"/>
          </a:xfrm>
        </p:grpSpPr>
        <p:sp>
          <p:nvSpPr>
            <p:cNvPr id="176" name="Google Shape;291;p22"/>
            <p:cNvSpPr/>
            <p:nvPr/>
          </p:nvSpPr>
          <p:spPr>
            <a:xfrm rot="5400000">
              <a:off x="433080" y="408456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292;p22"/>
            <p:cNvSpPr/>
            <p:nvPr/>
          </p:nvSpPr>
          <p:spPr>
            <a:xfrm rot="5400000">
              <a:off x="433080" y="431028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293;p22"/>
            <p:cNvSpPr/>
            <p:nvPr/>
          </p:nvSpPr>
          <p:spPr>
            <a:xfrm rot="5400000">
              <a:off x="433080" y="45356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295;p23"/>
          <p:cNvGrpSpPr/>
          <p:nvPr/>
        </p:nvGrpSpPr>
        <p:grpSpPr>
          <a:xfrm>
            <a:off x="-479160" y="-109800"/>
            <a:ext cx="10191960" cy="4446360"/>
            <a:chOff x="-479160" y="-109800"/>
            <a:chExt cx="10191960" cy="4446360"/>
          </a:xfrm>
        </p:grpSpPr>
        <p:pic>
          <p:nvPicPr>
            <p:cNvPr id="180" name="Google Shape;296;p23"/>
            <p:cNvPicPr/>
            <p:nvPr/>
          </p:nvPicPr>
          <p:blipFill>
            <a:blip r:embed="rId2"/>
            <a:stretch/>
          </p:blipFill>
          <p:spPr>
            <a:xfrm rot="17048400">
              <a:off x="-389160" y="-1944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1" name="Google Shape;297;p23"/>
            <p:cNvPicPr/>
            <p:nvPr/>
          </p:nvPicPr>
          <p:blipFill>
            <a:blip r:embed="rId3"/>
            <a:stretch/>
          </p:blipFill>
          <p:spPr>
            <a:xfrm rot="7032000">
              <a:off x="8650080" y="3273480"/>
              <a:ext cx="905760" cy="90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2" name="Google Shape;298;p23"/>
          <p:cNvGrpSpPr/>
          <p:nvPr/>
        </p:nvGrpSpPr>
        <p:grpSpPr>
          <a:xfrm>
            <a:off x="3199320" y="4837320"/>
            <a:ext cx="519120" cy="68040"/>
            <a:chOff x="3199320" y="4837320"/>
            <a:chExt cx="519120" cy="68040"/>
          </a:xfrm>
        </p:grpSpPr>
        <p:sp>
          <p:nvSpPr>
            <p:cNvPr id="183" name="Google Shape;299;p23"/>
            <p:cNvSpPr/>
            <p:nvPr/>
          </p:nvSpPr>
          <p:spPr>
            <a:xfrm>
              <a:off x="3199320" y="48373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300;p23"/>
            <p:cNvSpPr/>
            <p:nvPr/>
          </p:nvSpPr>
          <p:spPr>
            <a:xfrm>
              <a:off x="3425040" y="48373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301;p23"/>
            <p:cNvSpPr/>
            <p:nvPr/>
          </p:nvSpPr>
          <p:spPr>
            <a:xfrm>
              <a:off x="3650400" y="483732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20000" y="1292040"/>
            <a:ext cx="3493800" cy="186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20000" y="4482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89" name="Google Shape;49;p5"/>
          <p:cNvGrpSpPr/>
          <p:nvPr/>
        </p:nvGrpSpPr>
        <p:grpSpPr>
          <a:xfrm>
            <a:off x="7191360" y="-770040"/>
            <a:ext cx="2826000" cy="5824440"/>
            <a:chOff x="7191360" y="-770040"/>
            <a:chExt cx="2826000" cy="5824440"/>
          </a:xfrm>
        </p:grpSpPr>
        <p:pic>
          <p:nvPicPr>
            <p:cNvPr id="190" name="Google Shape;50;p5"/>
            <p:cNvPicPr/>
            <p:nvPr/>
          </p:nvPicPr>
          <p:blipFill>
            <a:blip r:embed="rId2"/>
            <a:stretch/>
          </p:blipFill>
          <p:spPr>
            <a:xfrm>
              <a:off x="7191360" y="-770040"/>
              <a:ext cx="1682280" cy="168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1" name="Google Shape;51;p5"/>
            <p:cNvPicPr/>
            <p:nvPr/>
          </p:nvPicPr>
          <p:blipFill>
            <a:blip r:embed="rId3"/>
            <a:stretch/>
          </p:blipFill>
          <p:spPr>
            <a:xfrm rot="4366800">
              <a:off x="8460720" y="349776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2" name="Google Shape;52;p5"/>
          <p:cNvSpPr/>
          <p:nvPr/>
        </p:nvSpPr>
        <p:spPr>
          <a:xfrm>
            <a:off x="-1238400" y="116280"/>
            <a:ext cx="1598760" cy="331560"/>
          </a:xfrm>
          <a:prstGeom prst="ellipse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93" name="Google Shape;53;p5"/>
          <p:cNvGrpSpPr/>
          <p:nvPr/>
        </p:nvGrpSpPr>
        <p:grpSpPr>
          <a:xfrm>
            <a:off x="4074480" y="4757760"/>
            <a:ext cx="519120" cy="68040"/>
            <a:chOff x="4074480" y="4757760"/>
            <a:chExt cx="519120" cy="68040"/>
          </a:xfrm>
        </p:grpSpPr>
        <p:sp>
          <p:nvSpPr>
            <p:cNvPr id="194" name="Google Shape;54;p5"/>
            <p:cNvSpPr/>
            <p:nvPr/>
          </p:nvSpPr>
          <p:spPr>
            <a:xfrm>
              <a:off x="4074480" y="475776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55;p5"/>
            <p:cNvSpPr/>
            <p:nvPr/>
          </p:nvSpPr>
          <p:spPr>
            <a:xfrm>
              <a:off x="4300200" y="475776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56;p5"/>
            <p:cNvSpPr/>
            <p:nvPr/>
          </p:nvSpPr>
          <p:spPr>
            <a:xfrm>
              <a:off x="4525560" y="475776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8" name="Google Shape;59;p6"/>
          <p:cNvSpPr/>
          <p:nvPr/>
        </p:nvSpPr>
        <p:spPr>
          <a:xfrm>
            <a:off x="8722080" y="1686960"/>
            <a:ext cx="1598760" cy="331560"/>
          </a:xfrm>
          <a:prstGeom prst="ellipse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99" name="Google Shape;60;p6"/>
          <p:cNvGrpSpPr/>
          <p:nvPr/>
        </p:nvGrpSpPr>
        <p:grpSpPr>
          <a:xfrm>
            <a:off x="232560" y="743760"/>
            <a:ext cx="6302880" cy="4223160"/>
            <a:chOff x="232560" y="743760"/>
            <a:chExt cx="6302880" cy="4223160"/>
          </a:xfrm>
        </p:grpSpPr>
        <p:grpSp>
          <p:nvGrpSpPr>
            <p:cNvPr id="200" name="Google Shape;61;p6"/>
            <p:cNvGrpSpPr/>
            <p:nvPr/>
          </p:nvGrpSpPr>
          <p:grpSpPr>
            <a:xfrm>
              <a:off x="6016320" y="4898880"/>
              <a:ext cx="519120" cy="68040"/>
              <a:chOff x="6016320" y="4898880"/>
              <a:chExt cx="519120" cy="68040"/>
            </a:xfrm>
          </p:grpSpPr>
          <p:sp>
            <p:nvSpPr>
              <p:cNvPr id="201" name="Google Shape;62;p6"/>
              <p:cNvSpPr/>
              <p:nvPr/>
            </p:nvSpPr>
            <p:spPr>
              <a:xfrm>
                <a:off x="6016320" y="48988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63;p6"/>
              <p:cNvSpPr/>
              <p:nvPr/>
            </p:nvSpPr>
            <p:spPr>
              <a:xfrm>
                <a:off x="6241680" y="48988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64;p6"/>
              <p:cNvSpPr/>
              <p:nvPr/>
            </p:nvSpPr>
            <p:spPr>
              <a:xfrm>
                <a:off x="6467400" y="48988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4" name="Google Shape;65;p6"/>
            <p:cNvGrpSpPr/>
            <p:nvPr/>
          </p:nvGrpSpPr>
          <p:grpSpPr>
            <a:xfrm>
              <a:off x="232560" y="743760"/>
              <a:ext cx="68040" cy="518760"/>
              <a:chOff x="232560" y="743760"/>
              <a:chExt cx="68040" cy="518760"/>
            </a:xfrm>
          </p:grpSpPr>
          <p:sp>
            <p:nvSpPr>
              <p:cNvPr id="205" name="Google Shape;66;p6"/>
              <p:cNvSpPr/>
              <p:nvPr/>
            </p:nvSpPr>
            <p:spPr>
              <a:xfrm rot="5400000">
                <a:off x="232560" y="74376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67;p6"/>
              <p:cNvSpPr/>
              <p:nvPr/>
            </p:nvSpPr>
            <p:spPr>
              <a:xfrm rot="5400000">
                <a:off x="232560" y="96912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68;p6"/>
              <p:cNvSpPr/>
              <p:nvPr/>
            </p:nvSpPr>
            <p:spPr>
              <a:xfrm rot="5400000">
                <a:off x="232560" y="11944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08" name="Google Shape;69;p6"/>
          <p:cNvGrpSpPr/>
          <p:nvPr/>
        </p:nvGrpSpPr>
        <p:grpSpPr>
          <a:xfrm>
            <a:off x="-544320" y="-414720"/>
            <a:ext cx="10948680" cy="6154920"/>
            <a:chOff x="-544320" y="-414720"/>
            <a:chExt cx="10948680" cy="6154920"/>
          </a:xfrm>
        </p:grpSpPr>
        <p:pic>
          <p:nvPicPr>
            <p:cNvPr id="209" name="Google Shape;70;p6"/>
            <p:cNvPicPr/>
            <p:nvPr/>
          </p:nvPicPr>
          <p:blipFill>
            <a:blip r:embed="rId2"/>
            <a:stretch/>
          </p:blipFill>
          <p:spPr>
            <a:xfrm rot="10800000">
              <a:off x="-544320" y="1976400"/>
              <a:ext cx="903960" cy="90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0" name="Google Shape;71;p6"/>
            <p:cNvPicPr/>
            <p:nvPr/>
          </p:nvPicPr>
          <p:blipFill>
            <a:blip r:embed="rId3"/>
            <a:stretch/>
          </p:blipFill>
          <p:spPr>
            <a:xfrm rot="10800000">
              <a:off x="1131120" y="489924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1" name="Google Shape;72;p6"/>
            <p:cNvPicPr/>
            <p:nvPr/>
          </p:nvPicPr>
          <p:blipFill>
            <a:blip r:embed="rId4"/>
            <a:stretch/>
          </p:blipFill>
          <p:spPr>
            <a:xfrm>
              <a:off x="8722080" y="-414720"/>
              <a:ext cx="1682280" cy="16822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021560" y="1213560"/>
            <a:ext cx="4294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453120" cy="51433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15" name="Google Shape;77;p7"/>
          <p:cNvGrpSpPr/>
          <p:nvPr/>
        </p:nvGrpSpPr>
        <p:grpSpPr>
          <a:xfrm>
            <a:off x="3889440" y="-1198080"/>
            <a:ext cx="5945040" cy="6862680"/>
            <a:chOff x="3889440" y="-1198080"/>
            <a:chExt cx="5945040" cy="6862680"/>
          </a:xfrm>
        </p:grpSpPr>
        <p:pic>
          <p:nvPicPr>
            <p:cNvPr id="216" name="Google Shape;78;p7"/>
            <p:cNvPicPr/>
            <p:nvPr/>
          </p:nvPicPr>
          <p:blipFill>
            <a:blip r:embed="rId2"/>
            <a:stretch/>
          </p:blipFill>
          <p:spPr>
            <a:xfrm rot="18900000">
              <a:off x="8798760" y="501480"/>
              <a:ext cx="857880" cy="857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7" name="Google Shape;79;p7"/>
            <p:cNvPicPr/>
            <p:nvPr/>
          </p:nvPicPr>
          <p:blipFill>
            <a:blip r:embed="rId3"/>
            <a:stretch/>
          </p:blipFill>
          <p:spPr>
            <a:xfrm rot="1800000">
              <a:off x="6252840" y="-94500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8" name="Google Shape;80;p7"/>
            <p:cNvPicPr/>
            <p:nvPr/>
          </p:nvPicPr>
          <p:blipFill>
            <a:blip r:embed="rId4"/>
            <a:stretch/>
          </p:blipFill>
          <p:spPr>
            <a:xfrm rot="14145600">
              <a:off x="4052880" y="465948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9" name="Google Shape;81;p7"/>
          <p:cNvGrpSpPr/>
          <p:nvPr/>
        </p:nvGrpSpPr>
        <p:grpSpPr>
          <a:xfrm>
            <a:off x="3819960" y="255240"/>
            <a:ext cx="519120" cy="68040"/>
            <a:chOff x="3819960" y="255240"/>
            <a:chExt cx="519120" cy="68040"/>
          </a:xfrm>
        </p:grpSpPr>
        <p:sp>
          <p:nvSpPr>
            <p:cNvPr id="220" name="Google Shape;82;p7"/>
            <p:cNvSpPr/>
            <p:nvPr/>
          </p:nvSpPr>
          <p:spPr>
            <a:xfrm>
              <a:off x="381996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83;p7"/>
            <p:cNvSpPr/>
            <p:nvPr/>
          </p:nvSpPr>
          <p:spPr>
            <a:xfrm>
              <a:off x="404568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84;p7"/>
            <p:cNvSpPr/>
            <p:nvPr/>
          </p:nvSpPr>
          <p:spPr>
            <a:xfrm>
              <a:off x="4271040" y="255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0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24" name="Google Shape;87;p8"/>
          <p:cNvGrpSpPr/>
          <p:nvPr/>
        </p:nvGrpSpPr>
        <p:grpSpPr>
          <a:xfrm>
            <a:off x="329760" y="235800"/>
            <a:ext cx="7957440" cy="4627440"/>
            <a:chOff x="329760" y="235800"/>
            <a:chExt cx="7957440" cy="4627440"/>
          </a:xfrm>
        </p:grpSpPr>
        <p:grpSp>
          <p:nvGrpSpPr>
            <p:cNvPr id="225" name="Google Shape;88;p8"/>
            <p:cNvGrpSpPr/>
            <p:nvPr/>
          </p:nvGrpSpPr>
          <p:grpSpPr>
            <a:xfrm>
              <a:off x="7768080" y="235800"/>
              <a:ext cx="519120" cy="68040"/>
              <a:chOff x="7768080" y="235800"/>
              <a:chExt cx="519120" cy="68040"/>
            </a:xfrm>
          </p:grpSpPr>
          <p:sp>
            <p:nvSpPr>
              <p:cNvPr id="226" name="Google Shape;89;p8"/>
              <p:cNvSpPr/>
              <p:nvPr/>
            </p:nvSpPr>
            <p:spPr>
              <a:xfrm>
                <a:off x="7768080" y="23580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7" name="Google Shape;90;p8"/>
              <p:cNvSpPr/>
              <p:nvPr/>
            </p:nvSpPr>
            <p:spPr>
              <a:xfrm>
                <a:off x="7993800" y="23580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8" name="Google Shape;91;p8"/>
              <p:cNvSpPr/>
              <p:nvPr/>
            </p:nvSpPr>
            <p:spPr>
              <a:xfrm>
                <a:off x="8219160" y="23580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29" name="Google Shape;92;p8"/>
            <p:cNvGrpSpPr/>
            <p:nvPr/>
          </p:nvGrpSpPr>
          <p:grpSpPr>
            <a:xfrm>
              <a:off x="329760" y="4344480"/>
              <a:ext cx="68040" cy="518760"/>
              <a:chOff x="329760" y="4344480"/>
              <a:chExt cx="68040" cy="518760"/>
            </a:xfrm>
          </p:grpSpPr>
          <p:sp>
            <p:nvSpPr>
              <p:cNvPr id="230" name="Google Shape;93;p8"/>
              <p:cNvSpPr/>
              <p:nvPr/>
            </p:nvSpPr>
            <p:spPr>
              <a:xfrm rot="5400000">
                <a:off x="329760" y="43444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1" name="Google Shape;94;p8"/>
              <p:cNvSpPr/>
              <p:nvPr/>
            </p:nvSpPr>
            <p:spPr>
              <a:xfrm rot="5400000">
                <a:off x="329760" y="456984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2" name="Google Shape;95;p8"/>
              <p:cNvSpPr/>
              <p:nvPr/>
            </p:nvSpPr>
            <p:spPr>
              <a:xfrm rot="5400000">
                <a:off x="329760" y="479520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33" name="Google Shape;96;p8"/>
          <p:cNvGrpSpPr/>
          <p:nvPr/>
        </p:nvGrpSpPr>
        <p:grpSpPr>
          <a:xfrm>
            <a:off x="1726200" y="-386640"/>
            <a:ext cx="8585640" cy="6281280"/>
            <a:chOff x="1726200" y="-386640"/>
            <a:chExt cx="8585640" cy="6281280"/>
          </a:xfrm>
        </p:grpSpPr>
        <p:pic>
          <p:nvPicPr>
            <p:cNvPr id="234" name="Google Shape;97;p8"/>
            <p:cNvPicPr/>
            <p:nvPr/>
          </p:nvPicPr>
          <p:blipFill>
            <a:blip r:embed="rId2"/>
            <a:stretch/>
          </p:blipFill>
          <p:spPr>
            <a:xfrm rot="10800000">
              <a:off x="1726200" y="-38664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5" name="Google Shape;98;p8"/>
            <p:cNvPicPr/>
            <p:nvPr/>
          </p:nvPicPr>
          <p:blipFill>
            <a:blip r:embed="rId3"/>
            <a:stretch/>
          </p:blipFill>
          <p:spPr>
            <a:xfrm>
              <a:off x="8629560" y="1719000"/>
              <a:ext cx="1682280" cy="168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6" name="Google Shape;99;p8"/>
            <p:cNvPicPr/>
            <p:nvPr/>
          </p:nvPicPr>
          <p:blipFill>
            <a:blip r:embed="rId4"/>
            <a:stretch/>
          </p:blipFill>
          <p:spPr>
            <a:xfrm rot="12600000">
              <a:off x="6244200" y="4822920"/>
              <a:ext cx="905760" cy="905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38" name="Google Shape;103;p9"/>
          <p:cNvGrpSpPr/>
          <p:nvPr/>
        </p:nvGrpSpPr>
        <p:grpSpPr>
          <a:xfrm>
            <a:off x="-372600" y="1613160"/>
            <a:ext cx="10429200" cy="3174120"/>
            <a:chOff x="-372600" y="1613160"/>
            <a:chExt cx="10429200" cy="3174120"/>
          </a:xfrm>
        </p:grpSpPr>
        <p:pic>
          <p:nvPicPr>
            <p:cNvPr id="239" name="Google Shape;104;p9"/>
            <p:cNvPicPr/>
            <p:nvPr/>
          </p:nvPicPr>
          <p:blipFill>
            <a:blip r:embed="rId2"/>
            <a:stretch/>
          </p:blipFill>
          <p:spPr>
            <a:xfrm rot="10800000">
              <a:off x="-372600" y="161316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0" name="Google Shape;105;p9"/>
            <p:cNvPicPr/>
            <p:nvPr/>
          </p:nvPicPr>
          <p:blipFill>
            <a:blip r:embed="rId3"/>
            <a:stretch/>
          </p:blipFill>
          <p:spPr>
            <a:xfrm rot="17142600">
              <a:off x="8512200" y="324288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41" name="Google Shape;106;p9"/>
          <p:cNvGrpSpPr/>
          <p:nvPr/>
        </p:nvGrpSpPr>
        <p:grpSpPr>
          <a:xfrm>
            <a:off x="7967160" y="242280"/>
            <a:ext cx="1598760" cy="483840"/>
            <a:chOff x="7967160" y="242280"/>
            <a:chExt cx="1598760" cy="483840"/>
          </a:xfrm>
        </p:grpSpPr>
        <p:sp>
          <p:nvSpPr>
            <p:cNvPr id="242" name="Google Shape;107;p9"/>
            <p:cNvSpPr/>
            <p:nvPr/>
          </p:nvSpPr>
          <p:spPr>
            <a:xfrm>
              <a:off x="7967160" y="39456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08;p9"/>
            <p:cNvSpPr/>
            <p:nvPr/>
          </p:nvSpPr>
          <p:spPr>
            <a:xfrm>
              <a:off x="7967160" y="24228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5" name="PlaceHolder 2"/>
          <p:cNvSpPr>
            <a:spLocks noGrp="1"/>
          </p:cNvSpPr>
          <p:nvPr>
            <p:ph type="title"/>
          </p:nvPr>
        </p:nvSpPr>
        <p:spPr>
          <a:xfrm>
            <a:off x="1262880" y="3994920"/>
            <a:ext cx="661788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13160" y="1432440"/>
            <a:ext cx="6041160" cy="160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2" name="Google Shape;11;p2"/>
          <p:cNvGrpSpPr/>
          <p:nvPr/>
        </p:nvGrpSpPr>
        <p:grpSpPr>
          <a:xfrm>
            <a:off x="329760" y="256680"/>
            <a:ext cx="4611600" cy="4606560"/>
            <a:chOff x="329760" y="256680"/>
            <a:chExt cx="4611600" cy="4606560"/>
          </a:xfrm>
        </p:grpSpPr>
        <p:grpSp>
          <p:nvGrpSpPr>
            <p:cNvPr id="2" name="Google Shape;12;p2"/>
            <p:cNvGrpSpPr/>
            <p:nvPr/>
          </p:nvGrpSpPr>
          <p:grpSpPr>
            <a:xfrm>
              <a:off x="4422240" y="256680"/>
              <a:ext cx="519120" cy="68040"/>
              <a:chOff x="4422240" y="256680"/>
              <a:chExt cx="519120" cy="68040"/>
            </a:xfrm>
          </p:grpSpPr>
          <p:sp>
            <p:nvSpPr>
              <p:cNvPr id="3" name="Google Shape;13;p2"/>
              <p:cNvSpPr/>
              <p:nvPr/>
            </p:nvSpPr>
            <p:spPr>
              <a:xfrm>
                <a:off x="4422240" y="2566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" name="Google Shape;14;p2"/>
              <p:cNvSpPr/>
              <p:nvPr/>
            </p:nvSpPr>
            <p:spPr>
              <a:xfrm>
                <a:off x="4647960" y="2566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" name="Google Shape;15;p2"/>
              <p:cNvSpPr/>
              <p:nvPr/>
            </p:nvSpPr>
            <p:spPr>
              <a:xfrm>
                <a:off x="4873320" y="2566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" name="Google Shape;16;p2"/>
            <p:cNvGrpSpPr/>
            <p:nvPr/>
          </p:nvGrpSpPr>
          <p:grpSpPr>
            <a:xfrm>
              <a:off x="329760" y="4344480"/>
              <a:ext cx="68040" cy="518760"/>
              <a:chOff x="329760" y="4344480"/>
              <a:chExt cx="68040" cy="518760"/>
            </a:xfrm>
          </p:grpSpPr>
          <p:sp>
            <p:nvSpPr>
              <p:cNvPr id="7" name="Google Shape;17;p2"/>
              <p:cNvSpPr/>
              <p:nvPr/>
            </p:nvSpPr>
            <p:spPr>
              <a:xfrm rot="5400000">
                <a:off x="329760" y="43444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18;p2"/>
              <p:cNvSpPr/>
              <p:nvPr/>
            </p:nvSpPr>
            <p:spPr>
              <a:xfrm rot="5400000">
                <a:off x="329760" y="456984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19;p2"/>
              <p:cNvSpPr/>
              <p:nvPr/>
            </p:nvSpPr>
            <p:spPr>
              <a:xfrm rot="5400000">
                <a:off x="329760" y="479520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" name="Google Shape;20;p2"/>
          <p:cNvGrpSpPr/>
          <p:nvPr/>
        </p:nvGrpSpPr>
        <p:grpSpPr>
          <a:xfrm>
            <a:off x="292680" y="-386640"/>
            <a:ext cx="9495720" cy="6508440"/>
            <a:chOff x="292680" y="-386640"/>
            <a:chExt cx="9495720" cy="6508440"/>
          </a:xfrm>
        </p:grpSpPr>
        <p:pic>
          <p:nvPicPr>
            <p:cNvPr id="11" name="Google Shape;21;p2"/>
            <p:cNvPicPr/>
            <p:nvPr/>
          </p:nvPicPr>
          <p:blipFill>
            <a:blip r:embed="rId3"/>
            <a:stretch/>
          </p:blipFill>
          <p:spPr>
            <a:xfrm rot="10800000">
              <a:off x="292680" y="-38664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" name="Google Shape;22;p2"/>
            <p:cNvPicPr/>
            <p:nvPr/>
          </p:nvPicPr>
          <p:blipFill>
            <a:blip r:embed="rId4"/>
            <a:stretch/>
          </p:blipFill>
          <p:spPr>
            <a:xfrm>
              <a:off x="3193560" y="4439520"/>
              <a:ext cx="1682280" cy="168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" name="Google Shape;23;p2"/>
            <p:cNvPicPr/>
            <p:nvPr/>
          </p:nvPicPr>
          <p:blipFill>
            <a:blip r:embed="rId5"/>
            <a:stretch/>
          </p:blipFill>
          <p:spPr>
            <a:xfrm rot="12600000">
              <a:off x="8716680" y="165960"/>
              <a:ext cx="905760" cy="90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" name="Google Shape;24;p2"/>
          <p:cNvGrpSpPr/>
          <p:nvPr/>
        </p:nvGrpSpPr>
        <p:grpSpPr>
          <a:xfrm>
            <a:off x="7118280" y="1524600"/>
            <a:ext cx="1598760" cy="2224800"/>
            <a:chOff x="7118280" y="1524600"/>
            <a:chExt cx="1598760" cy="2224800"/>
          </a:xfrm>
        </p:grpSpPr>
        <p:grpSp>
          <p:nvGrpSpPr>
            <p:cNvPr id="15" name="Google Shape;25;p2"/>
            <p:cNvGrpSpPr/>
            <p:nvPr/>
          </p:nvGrpSpPr>
          <p:grpSpPr>
            <a:xfrm>
              <a:off x="7118280" y="3265200"/>
              <a:ext cx="1598760" cy="484200"/>
              <a:chOff x="7118280" y="3265200"/>
              <a:chExt cx="1598760" cy="484200"/>
            </a:xfrm>
          </p:grpSpPr>
          <p:sp>
            <p:nvSpPr>
              <p:cNvPr id="16" name="Google Shape;26;p2"/>
              <p:cNvSpPr/>
              <p:nvPr/>
            </p:nvSpPr>
            <p:spPr>
              <a:xfrm>
                <a:off x="7118280" y="3417840"/>
                <a:ext cx="1598760" cy="33156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27;p2"/>
              <p:cNvSpPr/>
              <p:nvPr/>
            </p:nvSpPr>
            <p:spPr>
              <a:xfrm>
                <a:off x="7118280" y="3265200"/>
                <a:ext cx="1598760" cy="33156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18" name="Google Shape;28;p2"/>
            <p:cNvPicPr/>
            <p:nvPr/>
          </p:nvPicPr>
          <p:blipFill>
            <a:blip r:embed="rId6"/>
            <a:stretch/>
          </p:blipFill>
          <p:spPr>
            <a:xfrm rot="10800000">
              <a:off x="7205760" y="213408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" name="Google Shape;29;p2"/>
            <p:cNvPicPr/>
            <p:nvPr/>
          </p:nvPicPr>
          <p:blipFill>
            <a:blip r:embed="rId5"/>
            <a:stretch/>
          </p:blipFill>
          <p:spPr>
            <a:xfrm rot="5400000">
              <a:off x="7205760" y="152460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84120" y="1895400"/>
            <a:ext cx="6575760" cy="106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accent4"/>
                </a:solidFill>
                <a:effectLst/>
                <a:uFillTx/>
                <a:latin typeface="Montserrat ExtraBold"/>
                <a:ea typeface="Montserrat ExtraBold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Google Shape;115;p11"/>
          <p:cNvGrpSpPr/>
          <p:nvPr/>
        </p:nvGrpSpPr>
        <p:grpSpPr>
          <a:xfrm>
            <a:off x="7782480" y="1131840"/>
            <a:ext cx="1598760" cy="483840"/>
            <a:chOff x="7782480" y="1131840"/>
            <a:chExt cx="1598760" cy="483840"/>
          </a:xfrm>
        </p:grpSpPr>
        <p:sp>
          <p:nvSpPr>
            <p:cNvPr id="25" name="Google Shape;116;p11"/>
            <p:cNvSpPr/>
            <p:nvPr/>
          </p:nvSpPr>
          <p:spPr>
            <a:xfrm>
              <a:off x="7782480" y="128412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17;p11"/>
            <p:cNvSpPr/>
            <p:nvPr/>
          </p:nvSpPr>
          <p:spPr>
            <a:xfrm>
              <a:off x="7782480" y="113184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" name="Google Shape;118;p11"/>
          <p:cNvGrpSpPr/>
          <p:nvPr/>
        </p:nvGrpSpPr>
        <p:grpSpPr>
          <a:xfrm>
            <a:off x="461160" y="259920"/>
            <a:ext cx="6510240" cy="3951000"/>
            <a:chOff x="461160" y="259920"/>
            <a:chExt cx="6510240" cy="3951000"/>
          </a:xfrm>
        </p:grpSpPr>
        <p:grpSp>
          <p:nvGrpSpPr>
            <p:cNvPr id="28" name="Google Shape;119;p11"/>
            <p:cNvGrpSpPr/>
            <p:nvPr/>
          </p:nvGrpSpPr>
          <p:grpSpPr>
            <a:xfrm>
              <a:off x="461160" y="3691800"/>
              <a:ext cx="68040" cy="519120"/>
              <a:chOff x="461160" y="3691800"/>
              <a:chExt cx="68040" cy="519120"/>
            </a:xfrm>
          </p:grpSpPr>
          <p:sp>
            <p:nvSpPr>
              <p:cNvPr id="29" name="Google Shape;120;p11"/>
              <p:cNvSpPr/>
              <p:nvPr/>
            </p:nvSpPr>
            <p:spPr>
              <a:xfrm rot="5400000">
                <a:off x="461160" y="369180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121;p11"/>
              <p:cNvSpPr/>
              <p:nvPr/>
            </p:nvSpPr>
            <p:spPr>
              <a:xfrm rot="5400000">
                <a:off x="461160" y="391752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122;p11"/>
              <p:cNvSpPr/>
              <p:nvPr/>
            </p:nvSpPr>
            <p:spPr>
              <a:xfrm rot="5400000">
                <a:off x="461160" y="414288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" name="Google Shape;123;p11"/>
            <p:cNvGrpSpPr/>
            <p:nvPr/>
          </p:nvGrpSpPr>
          <p:grpSpPr>
            <a:xfrm>
              <a:off x="6452280" y="259920"/>
              <a:ext cx="519120" cy="68040"/>
              <a:chOff x="6452280" y="259920"/>
              <a:chExt cx="519120" cy="68040"/>
            </a:xfrm>
          </p:grpSpPr>
          <p:sp>
            <p:nvSpPr>
              <p:cNvPr id="33" name="Google Shape;124;p11"/>
              <p:cNvSpPr/>
              <p:nvPr/>
            </p:nvSpPr>
            <p:spPr>
              <a:xfrm>
                <a:off x="6452280" y="25992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125;p11"/>
              <p:cNvSpPr/>
              <p:nvPr/>
            </p:nvSpPr>
            <p:spPr>
              <a:xfrm>
                <a:off x="6678000" y="25992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126;p11"/>
              <p:cNvSpPr/>
              <p:nvPr/>
            </p:nvSpPr>
            <p:spPr>
              <a:xfrm>
                <a:off x="6903360" y="259920"/>
                <a:ext cx="68040" cy="68040"/>
              </a:xfrm>
              <a:prstGeom prst="ellips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120" bIns="24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6" name="Google Shape;127;p11"/>
          <p:cNvGrpSpPr/>
          <p:nvPr/>
        </p:nvGrpSpPr>
        <p:grpSpPr>
          <a:xfrm>
            <a:off x="-380520" y="-753840"/>
            <a:ext cx="9761760" cy="6647400"/>
            <a:chOff x="-380520" y="-753840"/>
            <a:chExt cx="9761760" cy="6647400"/>
          </a:xfrm>
        </p:grpSpPr>
        <p:pic>
          <p:nvPicPr>
            <p:cNvPr id="37" name="Google Shape;128;p11"/>
            <p:cNvPicPr/>
            <p:nvPr/>
          </p:nvPicPr>
          <p:blipFill>
            <a:blip r:embed="rId3"/>
            <a:stretch/>
          </p:blipFill>
          <p:spPr>
            <a:xfrm rot="10800000">
              <a:off x="-380520" y="725040"/>
              <a:ext cx="841320" cy="840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8" name="Google Shape;129;p11"/>
            <p:cNvPicPr/>
            <p:nvPr/>
          </p:nvPicPr>
          <p:blipFill>
            <a:blip r:embed="rId4"/>
            <a:stretch/>
          </p:blipFill>
          <p:spPr>
            <a:xfrm>
              <a:off x="3866760" y="4211280"/>
              <a:ext cx="1682280" cy="168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" name="Google Shape;130;p11"/>
            <p:cNvPicPr/>
            <p:nvPr/>
          </p:nvPicPr>
          <p:blipFill>
            <a:blip r:embed="rId5"/>
            <a:stretch/>
          </p:blipFill>
          <p:spPr>
            <a:xfrm rot="17142600">
              <a:off x="7836840" y="-59220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0" name="Google Shape;131;p11"/>
            <p:cNvPicPr/>
            <p:nvPr/>
          </p:nvPicPr>
          <p:blipFill>
            <a:blip r:embed="rId6"/>
            <a:stretch/>
          </p:blipFill>
          <p:spPr>
            <a:xfrm rot="15092400">
              <a:off x="460800" y="-479520"/>
              <a:ext cx="1382760" cy="1382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14240" y="1428840"/>
            <a:ext cx="6038640" cy="160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Montserrat Medium"/>
                <a:ea typeface="Montserrat ExtraBold"/>
              </a:rPr>
              <a:t>Proyecto Bridge </a:t>
            </a:r>
            <a:r>
              <a:rPr lang="en-US" sz="4500" b="1" u="none" strike="noStrike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Builder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ubTitle"/>
          </p:nvPr>
        </p:nvSpPr>
        <p:spPr>
          <a:xfrm>
            <a:off x="714240" y="3162240"/>
            <a:ext cx="45241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Aplicación para fomentar empatía y reducir conflictos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81040" y="495360"/>
            <a:ext cx="35334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Introducción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subTitle"/>
          </p:nvPr>
        </p:nvSpPr>
        <p:spPr>
          <a:xfrm>
            <a:off x="4114800" y="495360"/>
            <a:ext cx="449532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La aplicación Bridge Builder está diseñada para mejorar las relaciones personales, promoviendo la empatía y reduciendo conflictos mediante la publicación de aspectos positivos sobre las personas enfrentadas. Su uso facilita un acercamiento constructivo y respetuoso, fortaleciendo la convivencia y el entendimiento mutuo en diferentes contextos sociales.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51" name="Google Shape;568;p45"/>
          <p:cNvPicPr/>
          <p:nvPr/>
        </p:nvPicPr>
        <p:blipFill>
          <a:blip r:embed="rId2"/>
          <a:srcRect t="23820" b="10988"/>
          <a:stretch/>
        </p:blipFill>
        <p:spPr>
          <a:xfrm>
            <a:off x="0" y="1790640"/>
            <a:ext cx="9143640" cy="3352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ángulo 251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3" name="Rectángulo 252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Introducción al Proyecto Bridge Builder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54" name="image699d66f128b80" descr="image699d66f128b8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ángulo 25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Descripción y propósito de la aplicación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6" name="Rectángulo 25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Bridge Builder es una plataforma web destinada a manejar conflictos personales a través de la publicación de mensajes positivos. Los usuarios pueden crear perfiles privados y compartir fotografías vinculadas, con el objetivo de fomentar la empatía mediante la visibilización de cualidades positivas, contribuyendo a desactivar tensiones y fomentar el diálogo.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ángulo 256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Importancia de la empatía y la reducción de conflictos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" name="Rectángulo 257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El proyecto resalta la empatía como herramienta clave para la resolución pacífica de conflictos. Al enfocarse en aspectos positivos y en el entendimiento mutuo, la aplicación busca crear un ambiente de respeto que facilite la reconciliación y mejore las relaciones interpersonales, transformando enfrentamientos en oportunidades de crecimiento.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59" name="image699d66f13a883" descr="image699d66f13a887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28720" y="905040"/>
            <a:ext cx="74862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Impacto esperado en las relaciones personales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828720" y="2085840"/>
            <a:ext cx="748620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Se espera que Bridge Builder genere un impacto significativo en la calidad de las relaciones personales, promoviendo la comunicación positiva y disminuyendo el estrés asociado a los conflictos. La plataforma actúa como un mediador digital que fortalece los vínculos y ayuda a restaurar la confianza y la armonía social.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62" name="Google Shape;347;p30"/>
          <p:cNvGrpSpPr/>
          <p:nvPr/>
        </p:nvGrpSpPr>
        <p:grpSpPr>
          <a:xfrm>
            <a:off x="7041960" y="4324320"/>
            <a:ext cx="1598760" cy="483840"/>
            <a:chOff x="7041960" y="4324320"/>
            <a:chExt cx="1598760" cy="483840"/>
          </a:xfrm>
        </p:grpSpPr>
        <p:sp>
          <p:nvSpPr>
            <p:cNvPr id="263" name="Google Shape;348;p30"/>
            <p:cNvSpPr/>
            <p:nvPr/>
          </p:nvSpPr>
          <p:spPr>
            <a:xfrm>
              <a:off x="7041960" y="447660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349;p30"/>
            <p:cNvSpPr/>
            <p:nvPr/>
          </p:nvSpPr>
          <p:spPr>
            <a:xfrm>
              <a:off x="7041960" y="432432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ángulo 264"/>
          <p:cNvSpPr/>
          <p:nvPr/>
        </p:nvSpPr>
        <p:spPr>
          <a:xfrm>
            <a:off x="476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" name="Rectángulo 265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Características Principales de la Aplicación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67" name="image699d66f14dd8f" descr="image699d66f14dd94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ángulo 267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Creación de perfiles privados y subida de fotografías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Rectángulo 268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Los usuarios pueden crear perfiles seguros y privados, permitiendo la gestión personal de su información. Además, la aplicación facilita la subida de fotografías para acompañar los mensajes positivos, ayudando a personalizar y humanizar las interacciones dentro de la plataforma, garantizando privacidad y control.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ángulo 269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Requisitos para publicar aspectos positivos sobre personas en conflicto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" name="Rectángulo 270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La publicación de contenido requiere que los mensajes sean exclusivamente positivos y estén dirigidos hacia personas en conflicto. El sistema verifica automáticamente el contenido para evitar expresiones negativas, asegurando que la plataforma se mantenga como un espacio constructivo y respetuoso para fomentar la reconciliación.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72" name="image699d66f15ff34" descr="image699d66f15ff38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828720" y="905040"/>
            <a:ext cx="74862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Análisis automático de texto y filtros para contenido negativo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subTitle"/>
          </p:nvPr>
        </p:nvSpPr>
        <p:spPr>
          <a:xfrm>
            <a:off x="828720" y="2085840"/>
            <a:ext cx="748620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La aplicación incorpora un sistema automatizado de análisis de texto que detecta y bloquea palabras o frases con tono negativo, insultos o sarcasmos. Este filtro garantiza que únicamente se publiquen mensajes positivos, evitando el uso indebido o agresivo. La revisión automática complementa la labor de moderadores para mantener el ambiente respetuoso dentro de la plataforma.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5" name="Google Shape;347;p30"/>
          <p:cNvGrpSpPr/>
          <p:nvPr/>
        </p:nvGrpSpPr>
        <p:grpSpPr>
          <a:xfrm>
            <a:off x="7041960" y="4324320"/>
            <a:ext cx="1598760" cy="483840"/>
            <a:chOff x="7041960" y="4324320"/>
            <a:chExt cx="1598760" cy="483840"/>
          </a:xfrm>
        </p:grpSpPr>
        <p:sp>
          <p:nvSpPr>
            <p:cNvPr id="276" name="Google Shape;348;p30"/>
            <p:cNvSpPr/>
            <p:nvPr/>
          </p:nvSpPr>
          <p:spPr>
            <a:xfrm>
              <a:off x="7041960" y="447660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349;p30"/>
            <p:cNvSpPr/>
            <p:nvPr/>
          </p:nvSpPr>
          <p:spPr>
            <a:xfrm>
              <a:off x="7041960" y="432432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ángulo 277"/>
          <p:cNvSpPr/>
          <p:nvPr/>
        </p:nvSpPr>
        <p:spPr>
          <a:xfrm>
            <a:off x="5048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03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" name="Rectángulo 278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Usuarios y Administración del Sistema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80" name="image699d66f1703c9" descr="image699d66f1703cd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81040" y="495360"/>
            <a:ext cx="35334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Diferenciación de roles: invitado, registrado y moderador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subTitle"/>
          </p:nvPr>
        </p:nvSpPr>
        <p:spPr>
          <a:xfrm>
            <a:off x="4114800" y="495360"/>
            <a:ext cx="449532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Existen tres roles principales: el invitado que solo puede visualizar contenido aprobado, el usuario registrado que crea perfiles privados y publica contenido positivo, y el moderador encargado de revisar y aprobar las publicaciones para preservar la integridad del espacio. Cada rol tiene permisos específicos para garantizar seguridad y privacidad.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83" name="Google Shape;568;p45"/>
          <p:cNvPicPr/>
          <p:nvPr/>
        </p:nvPicPr>
        <p:blipFill>
          <a:blip r:embed="rId2"/>
          <a:srcRect t="23820" b="10988"/>
          <a:stretch/>
        </p:blipFill>
        <p:spPr>
          <a:xfrm>
            <a:off x="0" y="1790640"/>
            <a:ext cx="9143640" cy="3352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ángulo 28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Funciones y limitaciones de cada tipo de usuario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5" name="Rectángulo 28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Los invitados no pueden interactuar ni publicar; los usuarios registrados deben subir fotos y escribir al menos tres cualidades positivas para publicar. Los moderadores pueden eliminar contenido ofensivo, bloquear usuarios y supervisar el cumplimiento de las normas para asegurar la calidad del contenido y la experiencia segura.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828720" y="905040"/>
            <a:ext cx="74862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Moderación y control de calidad del contenido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subTitle"/>
          </p:nvPr>
        </p:nvSpPr>
        <p:spPr>
          <a:xfrm>
            <a:off x="828720" y="2085840"/>
            <a:ext cx="748620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El equipo de moderadores revisa manualmente cada publicación para evitar sarcasmos, burlas o mensajes ofensivos. Además, el sistema tecnológico apoya con análisis automático, creando un doble filtro para garantizar que se promueva un ambiente constructivo, respetuoso y alineado con los objetivos de la aplicación.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8" name="Google Shape;347;p30"/>
          <p:cNvGrpSpPr/>
          <p:nvPr/>
        </p:nvGrpSpPr>
        <p:grpSpPr>
          <a:xfrm>
            <a:off x="7041960" y="4324320"/>
            <a:ext cx="1598760" cy="483840"/>
            <a:chOff x="7041960" y="4324320"/>
            <a:chExt cx="1598760" cy="483840"/>
          </a:xfrm>
        </p:grpSpPr>
        <p:sp>
          <p:nvSpPr>
            <p:cNvPr id="289" name="Google Shape;348;p30"/>
            <p:cNvSpPr/>
            <p:nvPr/>
          </p:nvSpPr>
          <p:spPr>
            <a:xfrm>
              <a:off x="7041960" y="447660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349;p30"/>
            <p:cNvSpPr/>
            <p:nvPr/>
          </p:nvSpPr>
          <p:spPr>
            <a:xfrm>
              <a:off x="7041960" y="432432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ángulo 290"/>
          <p:cNvSpPr/>
          <p:nvPr/>
        </p:nvSpPr>
        <p:spPr>
          <a:xfrm>
            <a:off x="476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04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2" name="Rectángulo 291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Aspectos Técnicos y Éticos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93" name="image699d66f184440" descr="image699d66f184444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ángulo 29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Arquitectura técnica y tecnologías empleadas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5" name="Rectángulo 29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La arquitectura técnica combina un frontend en React o Vue para una interfaz clara, un backend en Python con FastAPI o JavaScript, y una base de datos PostgreSQL. Se utiliza procesamiento de lenguaje natural (NLP) para el análisis automático del texto, asegurando eficacia en la detección de contenido inapropiado.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ángulo 295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</a:rPr>
              <a:t>Requisitos no funcionales: seguridad, privacidad y usabilidad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7" name="Rectángulo 296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El sistema garantiza seguridad mediante inicio de sesión seguro y encriptación de datos. Ofrece opciones de anonimato y difuminado de imágenes para proteger la privacidad, mientras que su diseño usa colores suaves y mensajes claros para facilitar una experiencia de usuario sencilla y agradable.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98" name="image699d66f198771" descr="image699d66f19878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828720" y="905040"/>
            <a:ext cx="74862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0000" lnSpcReduction="1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Consideraciones éticas y manejo de riesgos en el uso de la aplicación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ubTitle"/>
          </p:nvPr>
        </p:nvSpPr>
        <p:spPr>
          <a:xfrm>
            <a:off x="828720" y="2085840"/>
            <a:ext cx="748620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Se protege a los usuarios del uso indebido, asegurando que no se emplee para burlas disfrazadas ni acoso. El análisis de texto busca alta precisión para evitar falsos positivos o negativos. La aplicación no reemplaza la ayuda psicológica profesional, sino que complementa los procesos de reconciliación.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01" name="Google Shape;347;p30"/>
          <p:cNvGrpSpPr/>
          <p:nvPr/>
        </p:nvGrpSpPr>
        <p:grpSpPr>
          <a:xfrm>
            <a:off x="7041960" y="4324320"/>
            <a:ext cx="1598760" cy="483840"/>
            <a:chOff x="7041960" y="4324320"/>
            <a:chExt cx="1598760" cy="483840"/>
          </a:xfrm>
        </p:grpSpPr>
        <p:sp>
          <p:nvSpPr>
            <p:cNvPr id="302" name="Google Shape;348;p30"/>
            <p:cNvSpPr/>
            <p:nvPr/>
          </p:nvSpPr>
          <p:spPr>
            <a:xfrm>
              <a:off x="7041960" y="447660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349;p30"/>
            <p:cNvSpPr/>
            <p:nvPr/>
          </p:nvSpPr>
          <p:spPr>
            <a:xfrm>
              <a:off x="7041960" y="4324320"/>
              <a:ext cx="1598760" cy="3315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81040" y="495360"/>
            <a:ext cx="35334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Conclusiones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subTitle"/>
          </p:nvPr>
        </p:nvSpPr>
        <p:spPr>
          <a:xfrm>
            <a:off x="4114800" y="495360"/>
            <a:ext cx="449532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Bridge Builder es una herramienta innovadora que busca reducir la hostilidad y fomentar la empatía en relaciones conflictivas. Su éxito depende del control riguroso del contenido, la protección constante de la privacidad y un diseño que invita a la reflexión. Esta combinación técnica y ética crea un espacio seguro para la transformación personal.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06" name="Google Shape;568;p45"/>
          <p:cNvPicPr/>
          <p:nvPr/>
        </p:nvPicPr>
        <p:blipFill>
          <a:blip r:embed="rId2"/>
          <a:srcRect t="23820" b="10988"/>
          <a:stretch/>
        </p:blipFill>
        <p:spPr>
          <a:xfrm>
            <a:off x="0" y="1790640"/>
            <a:ext cx="9143640" cy="3352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1685880" y="619200"/>
            <a:ext cx="5771880" cy="109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u="none" strike="noStrike" dirty="0">
                <a:solidFill>
                  <a:schemeClr val="dk1"/>
                </a:solidFill>
                <a:effectLst/>
                <a:uFillTx/>
                <a:latin typeface="Montserrat ExtraBold"/>
                <a:ea typeface="Montserrat ExtraBold"/>
              </a:rPr>
              <a:t>Gracias!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10" name="Google Shape;576;p46"/>
          <p:cNvGrpSpPr/>
          <p:nvPr/>
        </p:nvGrpSpPr>
        <p:grpSpPr>
          <a:xfrm>
            <a:off x="842040" y="3863160"/>
            <a:ext cx="68040" cy="519120"/>
            <a:chOff x="842040" y="3863160"/>
            <a:chExt cx="68040" cy="519120"/>
          </a:xfrm>
        </p:grpSpPr>
        <p:sp>
          <p:nvSpPr>
            <p:cNvPr id="311" name="Google Shape;577;p46"/>
            <p:cNvSpPr/>
            <p:nvPr/>
          </p:nvSpPr>
          <p:spPr>
            <a:xfrm rot="5400000">
              <a:off x="842040" y="386316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578;p46"/>
            <p:cNvSpPr/>
            <p:nvPr/>
          </p:nvSpPr>
          <p:spPr>
            <a:xfrm rot="5400000">
              <a:off x="842040" y="408888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579;p46"/>
            <p:cNvSpPr/>
            <p:nvPr/>
          </p:nvSpPr>
          <p:spPr>
            <a:xfrm rot="5400000">
              <a:off x="842040" y="4314240"/>
              <a:ext cx="68040" cy="6804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4" name="Google Shape;580;p46"/>
          <p:cNvGrpSpPr/>
          <p:nvPr/>
        </p:nvGrpSpPr>
        <p:grpSpPr>
          <a:xfrm>
            <a:off x="5137200" y="3027960"/>
            <a:ext cx="407160" cy="407160"/>
            <a:chOff x="5137200" y="3027960"/>
            <a:chExt cx="407160" cy="407160"/>
          </a:xfrm>
        </p:grpSpPr>
        <p:sp>
          <p:nvSpPr>
            <p:cNvPr id="315" name="Google Shape;581;p46"/>
            <p:cNvSpPr/>
            <p:nvPr/>
          </p:nvSpPr>
          <p:spPr>
            <a:xfrm>
              <a:off x="5137200" y="3027960"/>
              <a:ext cx="407160" cy="407160"/>
            </a:xfrm>
            <a:custGeom>
              <a:avLst/>
              <a:gdLst>
                <a:gd name="textAreaLeft" fmla="*/ 0 w 407160"/>
                <a:gd name="textAreaRight" fmla="*/ 407520 w 40716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19983" h="19983">
                  <a:moveTo>
                    <a:pt x="9992" y="1170"/>
                  </a:moveTo>
                  <a:cubicBezTo>
                    <a:pt x="14855" y="1170"/>
                    <a:pt x="18812" y="4866"/>
                    <a:pt x="18812" y="9405"/>
                  </a:cubicBezTo>
                  <a:cubicBezTo>
                    <a:pt x="18812" y="13925"/>
                    <a:pt x="14855" y="17601"/>
                    <a:pt x="9992" y="17601"/>
                  </a:cubicBezTo>
                  <a:cubicBezTo>
                    <a:pt x="9111" y="17601"/>
                    <a:pt x="8240" y="17481"/>
                    <a:pt x="7407" y="17242"/>
                  </a:cubicBezTo>
                  <a:cubicBezTo>
                    <a:pt x="7354" y="17226"/>
                    <a:pt x="7299" y="17218"/>
                    <a:pt x="7245" y="17218"/>
                  </a:cubicBezTo>
                  <a:cubicBezTo>
                    <a:pt x="7153" y="17218"/>
                    <a:pt x="7062" y="17240"/>
                    <a:pt x="6979" y="17282"/>
                  </a:cubicBezTo>
                  <a:lnTo>
                    <a:pt x="4723" y="18439"/>
                  </a:lnTo>
                  <a:lnTo>
                    <a:pt x="4723" y="16262"/>
                  </a:lnTo>
                  <a:cubicBezTo>
                    <a:pt x="4723" y="16078"/>
                    <a:pt x="4637" y="15904"/>
                    <a:pt x="4490" y="15793"/>
                  </a:cubicBezTo>
                  <a:cubicBezTo>
                    <a:pt x="2381" y="14208"/>
                    <a:pt x="1171" y="11880"/>
                    <a:pt x="1171" y="9405"/>
                  </a:cubicBezTo>
                  <a:cubicBezTo>
                    <a:pt x="1171" y="4866"/>
                    <a:pt x="5129" y="1170"/>
                    <a:pt x="9992" y="1170"/>
                  </a:cubicBezTo>
                  <a:close/>
                  <a:moveTo>
                    <a:pt x="9992" y="1"/>
                  </a:moveTo>
                  <a:cubicBezTo>
                    <a:pt x="4575" y="1"/>
                    <a:pt x="0" y="4153"/>
                    <a:pt x="0" y="9407"/>
                  </a:cubicBezTo>
                  <a:cubicBezTo>
                    <a:pt x="0" y="12221"/>
                    <a:pt x="1359" y="14795"/>
                    <a:pt x="3552" y="16548"/>
                  </a:cubicBezTo>
                  <a:lnTo>
                    <a:pt x="3552" y="19396"/>
                  </a:lnTo>
                  <a:cubicBezTo>
                    <a:pt x="3552" y="19602"/>
                    <a:pt x="3659" y="19791"/>
                    <a:pt x="3832" y="19897"/>
                  </a:cubicBezTo>
                  <a:cubicBezTo>
                    <a:pt x="3925" y="19953"/>
                    <a:pt x="4031" y="19982"/>
                    <a:pt x="4138" y="19982"/>
                  </a:cubicBezTo>
                  <a:cubicBezTo>
                    <a:pt x="4229" y="19982"/>
                    <a:pt x="4320" y="19961"/>
                    <a:pt x="4405" y="19918"/>
                  </a:cubicBezTo>
                  <a:lnTo>
                    <a:pt x="7310" y="18429"/>
                  </a:lnTo>
                  <a:cubicBezTo>
                    <a:pt x="8180" y="18657"/>
                    <a:pt x="9081" y="18772"/>
                    <a:pt x="9992" y="18772"/>
                  </a:cubicBezTo>
                  <a:cubicBezTo>
                    <a:pt x="15500" y="18772"/>
                    <a:pt x="19983" y="14570"/>
                    <a:pt x="19983" y="9407"/>
                  </a:cubicBezTo>
                  <a:cubicBezTo>
                    <a:pt x="19983" y="4151"/>
                    <a:pt x="15405" y="1"/>
                    <a:pt x="999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582;p46"/>
            <p:cNvSpPr/>
            <p:nvPr/>
          </p:nvSpPr>
          <p:spPr>
            <a:xfrm>
              <a:off x="5208840" y="3148200"/>
              <a:ext cx="263880" cy="14292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142920"/>
                <a:gd name="textAreaBottom" fmla="*/ 143280 h 142920"/>
              </a:gdLst>
              <a:ahLst/>
              <a:cxnLst/>
              <a:rect l="textAreaLeft" t="textAreaTop" r="textAreaRight" b="textAreaBottom"/>
              <a:pathLst>
                <a:path w="12968" h="7026">
                  <a:moveTo>
                    <a:pt x="5362" y="1463"/>
                  </a:moveTo>
                  <a:lnTo>
                    <a:pt x="7241" y="3341"/>
                  </a:lnTo>
                  <a:cubicBezTo>
                    <a:pt x="7353" y="3454"/>
                    <a:pt x="7503" y="3513"/>
                    <a:pt x="7655" y="3513"/>
                  </a:cubicBezTo>
                  <a:cubicBezTo>
                    <a:pt x="7744" y="3513"/>
                    <a:pt x="7833" y="3493"/>
                    <a:pt x="7917" y="3451"/>
                  </a:cubicBezTo>
                  <a:lnTo>
                    <a:pt x="10216" y="2303"/>
                  </a:lnTo>
                  <a:lnTo>
                    <a:pt x="7605" y="5565"/>
                  </a:lnTo>
                  <a:lnTo>
                    <a:pt x="5726" y="3685"/>
                  </a:lnTo>
                  <a:cubicBezTo>
                    <a:pt x="5614" y="3573"/>
                    <a:pt x="5463" y="3514"/>
                    <a:pt x="5311" y="3514"/>
                  </a:cubicBezTo>
                  <a:cubicBezTo>
                    <a:pt x="5223" y="3514"/>
                    <a:pt x="5133" y="3534"/>
                    <a:pt x="5051" y="3575"/>
                  </a:cubicBezTo>
                  <a:lnTo>
                    <a:pt x="2751" y="4725"/>
                  </a:lnTo>
                  <a:lnTo>
                    <a:pt x="2751" y="4725"/>
                  </a:lnTo>
                  <a:lnTo>
                    <a:pt x="5362" y="1463"/>
                  </a:lnTo>
                  <a:close/>
                  <a:moveTo>
                    <a:pt x="5312" y="1"/>
                  </a:moveTo>
                  <a:cubicBezTo>
                    <a:pt x="5302" y="1"/>
                    <a:pt x="5291" y="1"/>
                    <a:pt x="5281" y="2"/>
                  </a:cubicBezTo>
                  <a:cubicBezTo>
                    <a:pt x="5114" y="12"/>
                    <a:pt x="4959" y="92"/>
                    <a:pt x="4856" y="221"/>
                  </a:cubicBezTo>
                  <a:lnTo>
                    <a:pt x="172" y="6075"/>
                  </a:lnTo>
                  <a:cubicBezTo>
                    <a:pt x="0" y="6290"/>
                    <a:pt x="2" y="6595"/>
                    <a:pt x="174" y="6809"/>
                  </a:cubicBezTo>
                  <a:cubicBezTo>
                    <a:pt x="288" y="6950"/>
                    <a:pt x="457" y="7026"/>
                    <a:pt x="630" y="7026"/>
                  </a:cubicBezTo>
                  <a:cubicBezTo>
                    <a:pt x="719" y="7026"/>
                    <a:pt x="808" y="7006"/>
                    <a:pt x="892" y="6964"/>
                  </a:cubicBezTo>
                  <a:lnTo>
                    <a:pt x="5198" y="4811"/>
                  </a:lnTo>
                  <a:lnTo>
                    <a:pt x="7241" y="6855"/>
                  </a:lnTo>
                  <a:cubicBezTo>
                    <a:pt x="7349" y="6964"/>
                    <a:pt x="7496" y="7026"/>
                    <a:pt x="7650" y="7026"/>
                  </a:cubicBezTo>
                  <a:cubicBezTo>
                    <a:pt x="7662" y="7026"/>
                    <a:pt x="7674" y="7025"/>
                    <a:pt x="7687" y="7024"/>
                  </a:cubicBezTo>
                  <a:cubicBezTo>
                    <a:pt x="7853" y="7016"/>
                    <a:pt x="8007" y="6936"/>
                    <a:pt x="8111" y="6807"/>
                  </a:cubicBezTo>
                  <a:lnTo>
                    <a:pt x="12795" y="951"/>
                  </a:lnTo>
                  <a:cubicBezTo>
                    <a:pt x="12967" y="737"/>
                    <a:pt x="12965" y="431"/>
                    <a:pt x="12792" y="219"/>
                  </a:cubicBezTo>
                  <a:cubicBezTo>
                    <a:pt x="12679" y="78"/>
                    <a:pt x="12510" y="1"/>
                    <a:pt x="12337" y="1"/>
                  </a:cubicBezTo>
                  <a:cubicBezTo>
                    <a:pt x="12249" y="1"/>
                    <a:pt x="12159" y="21"/>
                    <a:pt x="12075" y="63"/>
                  </a:cubicBezTo>
                  <a:lnTo>
                    <a:pt x="7770" y="2216"/>
                  </a:lnTo>
                  <a:lnTo>
                    <a:pt x="5726" y="173"/>
                  </a:lnTo>
                  <a:cubicBezTo>
                    <a:pt x="5617" y="62"/>
                    <a:pt x="5467" y="1"/>
                    <a:pt x="531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7" name="Google Shape;583;p46"/>
          <p:cNvGrpSpPr/>
          <p:nvPr/>
        </p:nvGrpSpPr>
        <p:grpSpPr>
          <a:xfrm>
            <a:off x="4407120" y="3028320"/>
            <a:ext cx="407520" cy="407160"/>
            <a:chOff x="4407120" y="3028320"/>
            <a:chExt cx="407520" cy="407160"/>
          </a:xfrm>
        </p:grpSpPr>
        <p:sp>
          <p:nvSpPr>
            <p:cNvPr id="318" name="Google Shape;584;p46"/>
            <p:cNvSpPr/>
            <p:nvPr/>
          </p:nvSpPr>
          <p:spPr>
            <a:xfrm>
              <a:off x="4407120" y="3028320"/>
              <a:ext cx="407520" cy="407160"/>
            </a:xfrm>
            <a:custGeom>
              <a:avLst/>
              <a:gdLst>
                <a:gd name="textAreaLeft" fmla="*/ 0 w 407520"/>
                <a:gd name="textAreaRight" fmla="*/ 407880 w 40752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20013" h="19983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585;p46"/>
            <p:cNvSpPr/>
            <p:nvPr/>
          </p:nvSpPr>
          <p:spPr>
            <a:xfrm>
              <a:off x="4482360" y="3111840"/>
              <a:ext cx="254160" cy="23760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2488" h="11674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0" name="Google Shape;586;p46"/>
          <p:cNvGrpSpPr/>
          <p:nvPr/>
        </p:nvGrpSpPr>
        <p:grpSpPr>
          <a:xfrm>
            <a:off x="3677400" y="3088800"/>
            <a:ext cx="407160" cy="286200"/>
            <a:chOff x="3677400" y="3088800"/>
            <a:chExt cx="407160" cy="286200"/>
          </a:xfrm>
        </p:grpSpPr>
        <p:sp>
          <p:nvSpPr>
            <p:cNvPr id="321" name="Google Shape;587;p46"/>
            <p:cNvSpPr/>
            <p:nvPr/>
          </p:nvSpPr>
          <p:spPr>
            <a:xfrm>
              <a:off x="3677400" y="3088800"/>
              <a:ext cx="407160" cy="286200"/>
            </a:xfrm>
            <a:custGeom>
              <a:avLst/>
              <a:gdLst>
                <a:gd name="textAreaLeft" fmla="*/ 0 w 407160"/>
                <a:gd name="textAreaRight" fmla="*/ 407520 w 407160"/>
                <a:gd name="textAreaTop" fmla="*/ 0 h 286200"/>
                <a:gd name="textAreaBottom" fmla="*/ 286560 h 286200"/>
              </a:gdLst>
              <a:ahLst/>
              <a:cxnLst/>
              <a:rect l="textAreaLeft" t="textAreaTop" r="textAreaRight" b="textAreaBottom"/>
              <a:pathLst>
                <a:path w="19982" h="14051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588;p46"/>
            <p:cNvSpPr/>
            <p:nvPr/>
          </p:nvSpPr>
          <p:spPr>
            <a:xfrm>
              <a:off x="3833280" y="3160080"/>
              <a:ext cx="119160" cy="1429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142920"/>
                <a:gd name="textAreaBottom" fmla="*/ 143280 h 142920"/>
              </a:gdLst>
              <a:ahLst/>
              <a:cxnLst/>
              <a:rect l="textAreaLeft" t="textAreaTop" r="textAreaRight" b="textAreaBottom"/>
              <a:pathLst>
                <a:path w="5855" h="7026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esign Inspiration Company Profile by Slidesgo">
  <a:themeElements>
    <a:clrScheme name="Simple Light">
      <a:dk1>
        <a:srgbClr val="FFFFFF"/>
      </a:dk1>
      <a:lt1>
        <a:srgbClr val="1C1C1F"/>
      </a:lt1>
      <a:dk2>
        <a:srgbClr val="65C3E6"/>
      </a:dk2>
      <a:lt2>
        <a:srgbClr val="DD43AE"/>
      </a:lt2>
      <a:accent1>
        <a:srgbClr val="5C52A3"/>
      </a:accent1>
      <a:accent2>
        <a:srgbClr val="FFC863"/>
      </a:accent2>
      <a:accent3>
        <a:srgbClr val="F7CAD3"/>
      </a:accent3>
      <a:accent4>
        <a:srgbClr val="E6D4B1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sign Inspiration Company Profile by Slidesgo">
  <a:themeElements>
    <a:clrScheme name="Simple Light">
      <a:dk1>
        <a:srgbClr val="FFFFFF"/>
      </a:dk1>
      <a:lt1>
        <a:srgbClr val="1C1C1F"/>
      </a:lt1>
      <a:dk2>
        <a:srgbClr val="65C3E6"/>
      </a:dk2>
      <a:lt2>
        <a:srgbClr val="DD43AE"/>
      </a:lt2>
      <a:accent1>
        <a:srgbClr val="5C52A3"/>
      </a:accent1>
      <a:accent2>
        <a:srgbClr val="FFC863"/>
      </a:accent2>
      <a:accent3>
        <a:srgbClr val="F7CAD3"/>
      </a:accent3>
      <a:accent4>
        <a:srgbClr val="E6D4B1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sign Inspiration Company Profile by Slidesgo">
  <a:themeElements>
    <a:clrScheme name="Simple Light">
      <a:dk1>
        <a:srgbClr val="FFFFFF"/>
      </a:dk1>
      <a:lt1>
        <a:srgbClr val="1C1C1F"/>
      </a:lt1>
      <a:dk2>
        <a:srgbClr val="65C3E6"/>
      </a:dk2>
      <a:lt2>
        <a:srgbClr val="DD43AE"/>
      </a:lt2>
      <a:accent1>
        <a:srgbClr val="5C52A3"/>
      </a:accent1>
      <a:accent2>
        <a:srgbClr val="FFC863"/>
      </a:accent2>
      <a:accent3>
        <a:srgbClr val="F7CAD3"/>
      </a:accent3>
      <a:accent4>
        <a:srgbClr val="E6D4B1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863</Words>
  <Application>Microsoft Office PowerPoint</Application>
  <PresentationFormat>Presentación en pantalla (16:9)</PresentationFormat>
  <Paragraphs>39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20</vt:i4>
      </vt:variant>
    </vt:vector>
  </HeadingPairs>
  <TitlesOfParts>
    <vt:vector size="32" baseType="lpstr">
      <vt:lpstr>Arial</vt:lpstr>
      <vt:lpstr>Calibri</vt:lpstr>
      <vt:lpstr>DM Sans</vt:lpstr>
      <vt:lpstr>Montserrat ExtraBold</vt:lpstr>
      <vt:lpstr>Montserrat Medium</vt:lpstr>
      <vt:lpstr>OpenSymbol</vt:lpstr>
      <vt:lpstr>Symbol</vt:lpstr>
      <vt:lpstr>Wingdings</vt:lpstr>
      <vt:lpstr>Design Inspiration Company Profile by Slidesgo</vt:lpstr>
      <vt:lpstr>Design Inspiration Company Profile by Slidesgo</vt:lpstr>
      <vt:lpstr>Design Inspiration Company Profile by Slidesgo</vt:lpstr>
      <vt:lpstr>Slidesgo Final Pages</vt:lpstr>
      <vt:lpstr>Proyecto Bridge Builder</vt:lpstr>
      <vt:lpstr>Introducción</vt:lpstr>
      <vt:lpstr>Presentación de PowerPoint</vt:lpstr>
      <vt:lpstr>Presentación de PowerPoint</vt:lpstr>
      <vt:lpstr>Presentación de PowerPoint</vt:lpstr>
      <vt:lpstr>Impacto esperado en las relaciones personales</vt:lpstr>
      <vt:lpstr>Presentación de PowerPoint</vt:lpstr>
      <vt:lpstr>Presentación de PowerPoint</vt:lpstr>
      <vt:lpstr>Presentación de PowerPoint</vt:lpstr>
      <vt:lpstr>Análisis automático de texto y filtros para contenido negativo</vt:lpstr>
      <vt:lpstr>Presentación de PowerPoint</vt:lpstr>
      <vt:lpstr>Diferenciación de roles: invitado, registrado y moderador</vt:lpstr>
      <vt:lpstr>Presentación de PowerPoint</vt:lpstr>
      <vt:lpstr>Moderación y control de calidad del contenido</vt:lpstr>
      <vt:lpstr>Presentación de PowerPoint</vt:lpstr>
      <vt:lpstr>Presentación de PowerPoint</vt:lpstr>
      <vt:lpstr>Presentación de PowerPoint</vt:lpstr>
      <vt:lpstr>Consideraciones éticas y manejo de riesgos en el uso de la aplicación</vt:lpstr>
      <vt:lpstr>Conclusiones</vt:lpstr>
      <vt:lpstr>Gracias!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eduardo torrico</cp:lastModifiedBy>
  <cp:revision>1</cp:revision>
  <dcterms:modified xsi:type="dcterms:W3CDTF">2026-02-24T08:54:48Z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2026-02-24T08:52:50Z</dcterms:created>
  <dc:creator>Unknown Creator</dc:creator>
  <dc:description/>
  <dc:language>en-US</dc:language>
  <cp:lastModifiedBy>Unknown Creator</cp:lastModifiedBy>
  <dcterms:modified xsi:type="dcterms:W3CDTF">2026-02-24T08:52:50Z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